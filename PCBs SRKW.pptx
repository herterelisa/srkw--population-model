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56" r:id="rId1"/>
  </p:sldMasterIdLst>
  <p:notesMasterIdLst>
    <p:notesMasterId r:id="rId11"/>
  </p:notesMasterIdLst>
  <p:handoutMasterIdLst>
    <p:handoutMasterId r:id="rId12"/>
  </p:handoutMasterIdLst>
  <p:sldIdLst>
    <p:sldId id="259" r:id="rId2"/>
    <p:sldId id="260" r:id="rId3"/>
    <p:sldId id="261" r:id="rId4"/>
    <p:sldId id="268" r:id="rId5"/>
    <p:sldId id="262" r:id="rId6"/>
    <p:sldId id="263" r:id="rId7"/>
    <p:sldId id="265" r:id="rId8"/>
    <p:sldId id="266" r:id="rId9"/>
    <p:sldId id="267" r:id="rId1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305609C8-3DA1-462A-B01C-5930D9ED4387}" v="134" dt="2026-03-10T23:51:11.605"/>
  </p1510:revLst>
</p1510:revInfo>
</file>

<file path=ppt/tableStyles.xml><?xml version="1.0" encoding="utf-8"?>
<a:tblStyleLst xmlns:a="http://schemas.openxmlformats.org/drawingml/2006/main" def="{5C22544A-7EE6-4342-B048-85BDC9FD1C3A}">
  <a:tblStyle styleId="{72833802-FEF1-4C79-8D5D-14CF1EAF98D9}" styleName="Light Style 2 - Accent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</a:tcStyle>
    </a:band1H>
    <a:band1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1V>
    <a:band2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2"/>
        </a:fillRef>
      </a:tcStyle>
    </a:firstRow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616DA210-FB5B-4158-B5E0-FEB733F419BA}" styleName="Light Style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5DA37D80-6434-44D0-A028-1B22A696006F}" styleName="Light Style 3 - Accent 2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BDBED569-4797-4DF1-A0F4-6AAB3CD982D8}" styleName="Light Style 3 - Accent 5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 w="12700" cmpd="sng">
              <a:solidFill>
                <a:schemeClr val="accent5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  <a:tblStyle styleId="{BC89EF96-8CEA-46FF-86C4-4CE0E7609802}" styleName="Light Style 3 - Accent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>
        <p:scale>
          <a:sx n="58" d="100"/>
          <a:sy n="58" d="100"/>
        </p:scale>
        <p:origin x="988" y="3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 showGuides="1">
      <p:cViewPr varScale="1">
        <p:scale>
          <a:sx n="76" d="100"/>
          <a:sy n="76" d="100"/>
        </p:scale>
        <p:origin x="2724" y="96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18" Type="http://schemas.microsoft.com/office/2015/10/relationships/revisionInfo" Target="revisionInfo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handoutMaster" Target="handoutMasters/handoutMaster1.xml"/><Relationship Id="rId17" Type="http://schemas.microsoft.com/office/2016/11/relationships/changesInfo" Target="changesInfos/changesInfo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elisa herter" userId="cde898d33efe84cd" providerId="LiveId" clId="{171E631E-BC2C-4A4E-A9C9-BF0F4A3DDEF4}"/>
    <pc:docChg chg="undo custSel addSld modSld">
      <pc:chgData name="elisa herter" userId="cde898d33efe84cd" providerId="LiveId" clId="{171E631E-BC2C-4A4E-A9C9-BF0F4A3DDEF4}" dt="2026-03-10T23:52:32.035" v="453" actId="478"/>
      <pc:docMkLst>
        <pc:docMk/>
      </pc:docMkLst>
      <pc:sldChg chg="modSp mod">
        <pc:chgData name="elisa herter" userId="cde898d33efe84cd" providerId="LiveId" clId="{171E631E-BC2C-4A4E-A9C9-BF0F4A3DDEF4}" dt="2026-03-10T23:04:35.482" v="271" actId="14100"/>
        <pc:sldMkLst>
          <pc:docMk/>
          <pc:sldMk cId="3866448134" sldId="259"/>
        </pc:sldMkLst>
        <pc:spChg chg="mod">
          <ac:chgData name="elisa herter" userId="cde898d33efe84cd" providerId="LiveId" clId="{171E631E-BC2C-4A4E-A9C9-BF0F4A3DDEF4}" dt="2026-03-10T23:04:35.482" v="271" actId="14100"/>
          <ac:spMkLst>
            <pc:docMk/>
            <pc:sldMk cId="3866448134" sldId="259"/>
            <ac:spMk id="3" creationId="{00000000-0000-0000-0000-000000000000}"/>
          </ac:spMkLst>
        </pc:spChg>
      </pc:sldChg>
      <pc:sldChg chg="modSp mod">
        <pc:chgData name="elisa herter" userId="cde898d33efe84cd" providerId="LiveId" clId="{171E631E-BC2C-4A4E-A9C9-BF0F4A3DDEF4}" dt="2026-03-10T18:08:56.417" v="247" actId="114"/>
        <pc:sldMkLst>
          <pc:docMk/>
          <pc:sldMk cId="833507040" sldId="260"/>
        </pc:sldMkLst>
        <pc:spChg chg="mod">
          <ac:chgData name="elisa herter" userId="cde898d33efe84cd" providerId="LiveId" clId="{171E631E-BC2C-4A4E-A9C9-BF0F4A3DDEF4}" dt="2026-03-10T18:08:56.417" v="247" actId="114"/>
          <ac:spMkLst>
            <pc:docMk/>
            <pc:sldMk cId="833507040" sldId="260"/>
            <ac:spMk id="14" creationId="{00000000-0000-0000-0000-000000000000}"/>
          </ac:spMkLst>
        </pc:spChg>
      </pc:sldChg>
      <pc:sldChg chg="addSp delSp modSp mod">
        <pc:chgData name="elisa herter" userId="cde898d33efe84cd" providerId="LiveId" clId="{171E631E-BC2C-4A4E-A9C9-BF0F4A3DDEF4}" dt="2026-03-10T23:33:42.694" v="273" actId="20578"/>
        <pc:sldMkLst>
          <pc:docMk/>
          <pc:sldMk cId="6974034" sldId="261"/>
        </pc:sldMkLst>
        <pc:spChg chg="mod">
          <ac:chgData name="elisa herter" userId="cde898d33efe84cd" providerId="LiveId" clId="{171E631E-BC2C-4A4E-A9C9-BF0F4A3DDEF4}" dt="2026-03-10T23:33:42.694" v="273" actId="20578"/>
          <ac:spMkLst>
            <pc:docMk/>
            <pc:sldMk cId="6974034" sldId="261"/>
            <ac:spMk id="4" creationId="{26ED815C-4730-F899-34A8-8C6EA38E56CF}"/>
          </ac:spMkLst>
        </pc:spChg>
        <pc:spChg chg="del mod">
          <ac:chgData name="elisa herter" userId="cde898d33efe84cd" providerId="LiveId" clId="{171E631E-BC2C-4A4E-A9C9-BF0F4A3DDEF4}" dt="2026-03-10T17:40:32.558" v="15" actId="478"/>
          <ac:spMkLst>
            <pc:docMk/>
            <pc:sldMk cId="6974034" sldId="261"/>
            <ac:spMk id="7" creationId="{AD804042-CB93-4CCD-149F-D122A1CC8CAF}"/>
          </ac:spMkLst>
        </pc:spChg>
        <pc:picChg chg="del">
          <ac:chgData name="elisa herter" userId="cde898d33efe84cd" providerId="LiveId" clId="{171E631E-BC2C-4A4E-A9C9-BF0F4A3DDEF4}" dt="2026-03-10T17:40:08.478" v="7" actId="478"/>
          <ac:picMkLst>
            <pc:docMk/>
            <pc:sldMk cId="6974034" sldId="261"/>
            <ac:picMk id="5" creationId="{DDFFBBBB-38D3-60CF-D6CF-4F3ABAD8A83F}"/>
          </ac:picMkLst>
        </pc:picChg>
        <pc:picChg chg="add mod">
          <ac:chgData name="elisa herter" userId="cde898d33efe84cd" providerId="LiveId" clId="{171E631E-BC2C-4A4E-A9C9-BF0F4A3DDEF4}" dt="2026-03-10T17:40:58.948" v="22" actId="1076"/>
          <ac:picMkLst>
            <pc:docMk/>
            <pc:sldMk cId="6974034" sldId="261"/>
            <ac:picMk id="9" creationId="{CB4CB9FF-CEF8-D570-F452-6F227D5A74F3}"/>
          </ac:picMkLst>
        </pc:picChg>
      </pc:sldChg>
      <pc:sldChg chg="addSp delSp modSp mod">
        <pc:chgData name="elisa herter" userId="cde898d33efe84cd" providerId="LiveId" clId="{171E631E-BC2C-4A4E-A9C9-BF0F4A3DDEF4}" dt="2026-03-10T18:17:41.595" v="267" actId="20577"/>
        <pc:sldMkLst>
          <pc:docMk/>
          <pc:sldMk cId="3759276815" sldId="262"/>
        </pc:sldMkLst>
        <pc:spChg chg="del mod">
          <ac:chgData name="elisa herter" userId="cde898d33efe84cd" providerId="LiveId" clId="{171E631E-BC2C-4A4E-A9C9-BF0F4A3DDEF4}" dt="2026-03-10T18:00:08.111" v="192" actId="478"/>
          <ac:spMkLst>
            <pc:docMk/>
            <pc:sldMk cId="3759276815" sldId="262"/>
            <ac:spMk id="6" creationId="{BD756F91-9204-1966-A67B-1C95354A70C5}"/>
          </ac:spMkLst>
        </pc:spChg>
        <pc:spChg chg="mod">
          <ac:chgData name="elisa herter" userId="cde898d33efe84cd" providerId="LiveId" clId="{171E631E-BC2C-4A4E-A9C9-BF0F4A3DDEF4}" dt="2026-03-10T18:17:41.595" v="267" actId="20577"/>
          <ac:spMkLst>
            <pc:docMk/>
            <pc:sldMk cId="3759276815" sldId="262"/>
            <ac:spMk id="11" creationId="{00000000-0000-0000-0000-000000000000}"/>
          </ac:spMkLst>
        </pc:spChg>
        <pc:picChg chg="add mod">
          <ac:chgData name="elisa herter" userId="cde898d33efe84cd" providerId="LiveId" clId="{171E631E-BC2C-4A4E-A9C9-BF0F4A3DDEF4}" dt="2026-03-10T18:17:16.195" v="263" actId="1076"/>
          <ac:picMkLst>
            <pc:docMk/>
            <pc:sldMk cId="3759276815" sldId="262"/>
            <ac:picMk id="7" creationId="{22C68D77-201E-7E2D-F272-142200D2E784}"/>
          </ac:picMkLst>
        </pc:picChg>
        <pc:picChg chg="del">
          <ac:chgData name="elisa herter" userId="cde898d33efe84cd" providerId="LiveId" clId="{171E631E-BC2C-4A4E-A9C9-BF0F4A3DDEF4}" dt="2026-03-10T17:41:47.594" v="23" actId="478"/>
          <ac:picMkLst>
            <pc:docMk/>
            <pc:sldMk cId="3759276815" sldId="262"/>
            <ac:picMk id="1026" creationId="{8BF898C3-A703-A40E-6930-E2059481E7B3}"/>
          </ac:picMkLst>
        </pc:picChg>
      </pc:sldChg>
      <pc:sldChg chg="modSp mod">
        <pc:chgData name="elisa herter" userId="cde898d33efe84cd" providerId="LiveId" clId="{171E631E-BC2C-4A4E-A9C9-BF0F4A3DDEF4}" dt="2026-03-10T23:48:55.716" v="278" actId="20577"/>
        <pc:sldMkLst>
          <pc:docMk/>
          <pc:sldMk cId="2535459350" sldId="263"/>
        </pc:sldMkLst>
        <pc:spChg chg="mod">
          <ac:chgData name="elisa herter" userId="cde898d33efe84cd" providerId="LiveId" clId="{171E631E-BC2C-4A4E-A9C9-BF0F4A3DDEF4}" dt="2026-03-10T18:13:19.527" v="259" actId="20577"/>
          <ac:spMkLst>
            <pc:docMk/>
            <pc:sldMk cId="2535459350" sldId="263"/>
            <ac:spMk id="2" creationId="{00000000-0000-0000-0000-000000000000}"/>
          </ac:spMkLst>
        </pc:spChg>
        <pc:spChg chg="mod">
          <ac:chgData name="elisa herter" userId="cde898d33efe84cd" providerId="LiveId" clId="{171E631E-BC2C-4A4E-A9C9-BF0F4A3DDEF4}" dt="2026-03-10T23:48:55.716" v="278" actId="20577"/>
          <ac:spMkLst>
            <pc:docMk/>
            <pc:sldMk cId="2535459350" sldId="263"/>
            <ac:spMk id="10" creationId="{00000000-0000-0000-0000-000000000000}"/>
          </ac:spMkLst>
        </pc:spChg>
      </pc:sldChg>
      <pc:sldChg chg="modSp mod">
        <pc:chgData name="elisa herter" userId="cde898d33efe84cd" providerId="LiveId" clId="{171E631E-BC2C-4A4E-A9C9-BF0F4A3DDEF4}" dt="2026-03-10T18:13:36.746" v="260"/>
        <pc:sldMkLst>
          <pc:docMk/>
          <pc:sldMk cId="4229798604" sldId="265"/>
        </pc:sldMkLst>
        <pc:spChg chg="mod">
          <ac:chgData name="elisa herter" userId="cde898d33efe84cd" providerId="LiveId" clId="{171E631E-BC2C-4A4E-A9C9-BF0F4A3DDEF4}" dt="2026-03-10T18:13:36.746" v="260"/>
          <ac:spMkLst>
            <pc:docMk/>
            <pc:sldMk cId="4229798604" sldId="265"/>
            <ac:spMk id="2" creationId="{77E8FAD4-2F11-EEC4-0A97-5B2C56C70E24}"/>
          </ac:spMkLst>
        </pc:spChg>
        <pc:spChg chg="mod">
          <ac:chgData name="elisa herter" userId="cde898d33efe84cd" providerId="LiveId" clId="{171E631E-BC2C-4A4E-A9C9-BF0F4A3DDEF4}" dt="2026-03-10T17:33:04.316" v="4" actId="1076"/>
          <ac:spMkLst>
            <pc:docMk/>
            <pc:sldMk cId="4229798604" sldId="265"/>
            <ac:spMk id="10" creationId="{51B7313A-1674-66F5-F200-CDFB6E3B95CB}"/>
          </ac:spMkLst>
        </pc:spChg>
      </pc:sldChg>
      <pc:sldChg chg="addSp delSp modSp mod">
        <pc:chgData name="elisa herter" userId="cde898d33efe84cd" providerId="LiveId" clId="{171E631E-BC2C-4A4E-A9C9-BF0F4A3DDEF4}" dt="2026-03-10T23:50:24.591" v="286" actId="1076"/>
        <pc:sldMkLst>
          <pc:docMk/>
          <pc:sldMk cId="1875378277" sldId="266"/>
        </pc:sldMkLst>
        <pc:spChg chg="mod">
          <ac:chgData name="elisa herter" userId="cde898d33efe84cd" providerId="LiveId" clId="{171E631E-BC2C-4A4E-A9C9-BF0F4A3DDEF4}" dt="2026-03-10T18:13:55.363" v="261"/>
          <ac:spMkLst>
            <pc:docMk/>
            <pc:sldMk cId="1875378277" sldId="266"/>
            <ac:spMk id="2" creationId="{72739678-EB61-898C-F6EA-3FAF3757E600}"/>
          </ac:spMkLst>
        </pc:spChg>
        <pc:spChg chg="mod">
          <ac:chgData name="elisa herter" userId="cde898d33efe84cd" providerId="LiveId" clId="{171E631E-BC2C-4A4E-A9C9-BF0F4A3DDEF4}" dt="2026-03-10T23:50:24.591" v="286" actId="1076"/>
          <ac:spMkLst>
            <pc:docMk/>
            <pc:sldMk cId="1875378277" sldId="266"/>
            <ac:spMk id="10" creationId="{6C48E9A1-1981-85C3-5775-D6E0C6479F70}"/>
          </ac:spMkLst>
        </pc:spChg>
        <pc:picChg chg="del">
          <ac:chgData name="elisa herter" userId="cde898d33efe84cd" providerId="LiveId" clId="{171E631E-BC2C-4A4E-A9C9-BF0F4A3DDEF4}" dt="2026-03-10T17:45:52.830" v="38" actId="478"/>
          <ac:picMkLst>
            <pc:docMk/>
            <pc:sldMk cId="1875378277" sldId="266"/>
            <ac:picMk id="3" creationId="{2891A8C4-8383-42A3-D9CC-DEAFFDEC3986}"/>
          </ac:picMkLst>
        </pc:picChg>
        <pc:picChg chg="add mod">
          <ac:chgData name="elisa herter" userId="cde898d33efe84cd" providerId="LiveId" clId="{171E631E-BC2C-4A4E-A9C9-BF0F4A3DDEF4}" dt="2026-03-10T17:48:08.205" v="46" actId="1076"/>
          <ac:picMkLst>
            <pc:docMk/>
            <pc:sldMk cId="1875378277" sldId="266"/>
            <ac:picMk id="4" creationId="{37301A10-1239-2B1F-DBFC-4B7D9565AB38}"/>
          </ac:picMkLst>
        </pc:picChg>
      </pc:sldChg>
      <pc:sldChg chg="addSp delSp modSp mod">
        <pc:chgData name="elisa herter" userId="cde898d33efe84cd" providerId="LiveId" clId="{171E631E-BC2C-4A4E-A9C9-BF0F4A3DDEF4}" dt="2026-03-10T23:52:32.035" v="453" actId="478"/>
        <pc:sldMkLst>
          <pc:docMk/>
          <pc:sldMk cId="629669064" sldId="267"/>
        </pc:sldMkLst>
        <pc:spChg chg="add del mod">
          <ac:chgData name="elisa herter" userId="cde898d33efe84cd" providerId="LiveId" clId="{171E631E-BC2C-4A4E-A9C9-BF0F4A3DDEF4}" dt="2026-03-10T23:52:32.035" v="453" actId="478"/>
          <ac:spMkLst>
            <pc:docMk/>
            <pc:sldMk cId="629669064" sldId="267"/>
            <ac:spMk id="3" creationId="{88D7D03F-D9FD-C775-16A4-7A569FB5E992}"/>
          </ac:spMkLst>
        </pc:spChg>
        <pc:picChg chg="mod">
          <ac:chgData name="elisa herter" userId="cde898d33efe84cd" providerId="LiveId" clId="{171E631E-BC2C-4A4E-A9C9-BF0F4A3DDEF4}" dt="2026-03-10T23:50:43.469" v="289" actId="1076"/>
          <ac:picMkLst>
            <pc:docMk/>
            <pc:sldMk cId="629669064" sldId="267"/>
            <ac:picMk id="8" creationId="{673FB85D-4DEF-B223-08F3-E7E49806B308}"/>
          </ac:picMkLst>
        </pc:picChg>
      </pc:sldChg>
      <pc:sldChg chg="addSp modSp new mod">
        <pc:chgData name="elisa herter" userId="cde898d33efe84cd" providerId="LiveId" clId="{171E631E-BC2C-4A4E-A9C9-BF0F4A3DDEF4}" dt="2026-03-10T23:43:27.180" v="277" actId="1076"/>
        <pc:sldMkLst>
          <pc:docMk/>
          <pc:sldMk cId="1597139250" sldId="268"/>
        </pc:sldMkLst>
        <pc:picChg chg="add mod">
          <ac:chgData name="elisa herter" userId="cde898d33efe84cd" providerId="LiveId" clId="{171E631E-BC2C-4A4E-A9C9-BF0F4A3DDEF4}" dt="2026-03-10T23:43:27.180" v="277" actId="1076"/>
          <ac:picMkLst>
            <pc:docMk/>
            <pc:sldMk cId="1597139250" sldId="268"/>
            <ac:picMk id="3" creationId="{FA204048-9ACF-31EC-2426-A70380D233AB}"/>
          </ac:picMkLst>
        </pc:picChg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0FABAFA-9D90-4B6C-95A1-503043E46FAB}" type="datetimeFigureOut">
              <a:rPr lang="en-US" smtClean="0"/>
              <a:t>3/10/2026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DCC7757-6264-420F-9201-02E9A21CB7A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5429548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C15EB1F-8DE4-48C3-A804-A05846A4049F}" type="datetimeFigureOut">
              <a:rPr lang="en-US" smtClean="0"/>
              <a:t>3/10/2026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AD115C9-E24C-4512-AA8B-319BB49F77B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256245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AD115C9-E24C-4512-AA8B-319BB49F77B5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2151836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/>
          <p:cNvPicPr>
            <a:picLocks noChangeAspect="1"/>
          </p:cNvPicPr>
          <p:nvPr/>
        </p:nvPicPr>
        <p:blipFill>
          <a:blip r:embed="rId2" cstate="print"/>
          <a:srcRect t="33333"/>
          <a:stretch>
            <a:fillRect/>
          </a:stretch>
        </p:blipFill>
        <p:spPr>
          <a:xfrm>
            <a:off x="0" y="0"/>
            <a:ext cx="12192000" cy="4572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007889"/>
            <a:ext cx="10363200" cy="1470025"/>
          </a:xfrm>
        </p:spPr>
        <p:txBody>
          <a:bodyPr/>
          <a:lstStyle>
            <a:lvl1pPr algn="ctr">
              <a:defRPr sz="4400" b="1" baseline="0">
                <a:solidFill>
                  <a:schemeClr val="tx2">
                    <a:lumMod val="50000"/>
                  </a:schemeClr>
                </a:solidFill>
                <a:effectLst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625600" y="3886200"/>
            <a:ext cx="8534400" cy="1752600"/>
          </a:xfrm>
        </p:spPr>
        <p:txBody>
          <a:bodyPr>
            <a:normAutofit/>
          </a:bodyPr>
          <a:lstStyle>
            <a:lvl1pPr marL="0" indent="0" algn="ctr">
              <a:buNone/>
              <a:defRPr sz="2800" baseline="0">
                <a:solidFill>
                  <a:schemeClr val="tx2">
                    <a:lumMod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Add a footer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5E0A0C-FFF2-4105-9F07-796FCC3D8DE3}" type="datetime1">
              <a:rPr lang="en-US" smtClean="0"/>
              <a:t>3/10/2026</a:t>
            </a:fld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1CF334-2D5C-4859-84A6-CA7E6E43FAE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8435360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800" y="274638"/>
            <a:ext cx="10566400" cy="1143000"/>
          </a:xfrm>
        </p:spPr>
        <p:txBody>
          <a:bodyPr/>
          <a:lstStyle>
            <a:lvl1pPr>
              <a:defRPr>
                <a:solidFill>
                  <a:schemeClr val="tx2">
                    <a:lumMod val="50000"/>
                  </a:schemeClr>
                </a:solidFill>
                <a:effectLst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Content Placeholder 7"/>
          <p:cNvSpPr>
            <a:spLocks noGrp="1"/>
          </p:cNvSpPr>
          <p:nvPr>
            <p:ph sz="quarter" idx="13" hasCustomPrompt="1"/>
          </p:nvPr>
        </p:nvSpPr>
        <p:spPr>
          <a:xfrm>
            <a:off x="812800" y="1600200"/>
            <a:ext cx="10566400" cy="4114800"/>
          </a:xfrm>
        </p:spPr>
        <p:txBody>
          <a:bodyPr/>
          <a:lstStyle>
            <a:lvl1pPr>
              <a:buClr>
                <a:schemeClr val="tx2">
                  <a:lumMod val="50000"/>
                </a:schemeClr>
              </a:buClr>
              <a:defRPr>
                <a:solidFill>
                  <a:schemeClr val="tx2">
                    <a:lumMod val="50000"/>
                  </a:schemeClr>
                </a:solidFill>
              </a:defRPr>
            </a:lvl1pPr>
            <a:lvl2pPr>
              <a:buClr>
                <a:schemeClr val="tx2">
                  <a:lumMod val="50000"/>
                </a:schemeClr>
              </a:buClr>
              <a:defRPr>
                <a:solidFill>
                  <a:schemeClr val="tx2">
                    <a:lumMod val="50000"/>
                  </a:schemeClr>
                </a:solidFill>
              </a:defRPr>
            </a:lvl2pPr>
            <a:lvl3pPr>
              <a:buClr>
                <a:schemeClr val="tx2">
                  <a:lumMod val="50000"/>
                </a:schemeClr>
              </a:buClr>
              <a:defRPr>
                <a:solidFill>
                  <a:schemeClr val="tx2">
                    <a:lumMod val="50000"/>
                  </a:schemeClr>
                </a:solidFill>
              </a:defRPr>
            </a:lvl3pPr>
            <a:lvl4pPr>
              <a:buClr>
                <a:schemeClr val="tx2">
                  <a:lumMod val="50000"/>
                </a:schemeClr>
              </a:buClr>
              <a:defRPr>
                <a:solidFill>
                  <a:schemeClr val="tx2">
                    <a:lumMod val="50000"/>
                  </a:schemeClr>
                </a:solidFill>
              </a:defRPr>
            </a:lvl4pPr>
            <a:lvl5pPr>
              <a:buClr>
                <a:schemeClr val="tx2">
                  <a:lumMod val="50000"/>
                </a:schemeClr>
              </a:buClr>
              <a:defRPr>
                <a:solidFill>
                  <a:schemeClr val="tx2">
                    <a:lumMod val="50000"/>
                  </a:schemeClr>
                </a:solidFill>
              </a:defRPr>
            </a:lvl5pPr>
            <a:lvl6pPr>
              <a:buClr>
                <a:schemeClr val="tx2">
                  <a:lumMod val="50000"/>
                </a:schemeClr>
              </a:buClr>
              <a:defRPr>
                <a:solidFill>
                  <a:schemeClr val="tx2">
                    <a:lumMod val="50000"/>
                  </a:schemeClr>
                </a:solidFill>
              </a:defRPr>
            </a:lvl6pPr>
            <a:lvl7pPr>
              <a:buClr>
                <a:schemeClr val="tx2">
                  <a:lumMod val="50000"/>
                </a:schemeClr>
              </a:buClr>
              <a:defRPr>
                <a:solidFill>
                  <a:schemeClr val="tx2">
                    <a:lumMod val="50000"/>
                  </a:schemeClr>
                </a:solidFill>
              </a:defRPr>
            </a:lvl7pPr>
            <a:lvl8pPr>
              <a:buClr>
                <a:schemeClr val="tx2">
                  <a:lumMod val="50000"/>
                </a:schemeClr>
              </a:buClr>
              <a:defRPr>
                <a:solidFill>
                  <a:schemeClr val="tx2">
                    <a:lumMod val="50000"/>
                  </a:schemeClr>
                </a:solidFill>
              </a:defRPr>
            </a:lvl8pPr>
            <a:lvl9pPr>
              <a:buClr>
                <a:schemeClr val="tx2">
                  <a:lumMod val="50000"/>
                </a:schemeClr>
              </a:buClr>
              <a:defRPr>
                <a:solidFill>
                  <a:schemeClr val="tx2">
                    <a:lumMod val="50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Add a footer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DF2905-D7E2-4171-961B-8EB802C66F9A}" type="datetime1">
              <a:rPr lang="en-US" smtClean="0"/>
              <a:t>3/10/2026</a:t>
            </a:fld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1CF334-2D5C-4859-84A6-CA7E6E43FAE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6659671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801" y="4962526"/>
            <a:ext cx="10513484" cy="1362075"/>
          </a:xfrm>
        </p:spPr>
        <p:txBody>
          <a:bodyPr anchor="t"/>
          <a:lstStyle>
            <a:lvl1pPr algn="l">
              <a:defRPr sz="4000" b="1" i="0" cap="all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12801" y="3462339"/>
            <a:ext cx="10513484" cy="1500187"/>
          </a:xfrm>
        </p:spPr>
        <p:txBody>
          <a:bodyPr anchor="b">
            <a:normAutofit/>
          </a:bodyPr>
          <a:lstStyle>
            <a:lvl1pPr marL="0" indent="0">
              <a:buNone/>
              <a:defRPr sz="2800" baseline="0">
                <a:solidFill>
                  <a:schemeClr val="tx2">
                    <a:lumMod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Add a footer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C1B47C-16BC-4A9F-9E6E-9D1F33DC8ABD}" type="datetime1">
              <a:rPr lang="en-US" smtClean="0"/>
              <a:t>3/10/2026</a:t>
            </a:fld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1CF334-2D5C-4859-84A6-CA7E6E43FAE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8657215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800" y="274638"/>
            <a:ext cx="10566400" cy="1143000"/>
          </a:xfrm>
        </p:spPr>
        <p:txBody>
          <a:bodyPr/>
          <a:lstStyle>
            <a:lvl1pPr>
              <a:defRPr>
                <a:solidFill>
                  <a:schemeClr val="tx2">
                    <a:lumMod val="50000"/>
                  </a:schemeClr>
                </a:solidFill>
                <a:effectLst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1" name="Content Placeholder 10"/>
          <p:cNvSpPr>
            <a:spLocks noGrp="1"/>
          </p:cNvSpPr>
          <p:nvPr>
            <p:ph sz="quarter" idx="13" hasCustomPrompt="1"/>
          </p:nvPr>
        </p:nvSpPr>
        <p:spPr>
          <a:xfrm>
            <a:off x="812800" y="1600200"/>
            <a:ext cx="4978400" cy="4114800"/>
          </a:xfrm>
        </p:spPr>
        <p:txBody>
          <a:bodyPr/>
          <a:lstStyle>
            <a:lvl1pPr>
              <a:buClr>
                <a:schemeClr val="tx2">
                  <a:lumMod val="50000"/>
                </a:schemeClr>
              </a:buClr>
              <a:defRPr/>
            </a:lvl1pPr>
            <a:lvl2pPr>
              <a:buClr>
                <a:schemeClr val="tx2">
                  <a:lumMod val="50000"/>
                </a:schemeClr>
              </a:buClr>
              <a:defRPr/>
            </a:lvl2pPr>
            <a:lvl3pPr>
              <a:buClr>
                <a:schemeClr val="tx2">
                  <a:lumMod val="50000"/>
                </a:schemeClr>
              </a:buClr>
              <a:defRPr/>
            </a:lvl3pPr>
            <a:lvl4pPr>
              <a:buClr>
                <a:schemeClr val="tx2">
                  <a:lumMod val="50000"/>
                </a:schemeClr>
              </a:buClr>
              <a:defRPr/>
            </a:lvl4pPr>
            <a:lvl5pPr>
              <a:buClr>
                <a:schemeClr val="tx2">
                  <a:lumMod val="50000"/>
                </a:schemeClr>
              </a:buClr>
              <a:defRPr/>
            </a:lvl5pPr>
            <a:lvl6pPr>
              <a:buClr>
                <a:schemeClr val="tx2">
                  <a:lumMod val="50000"/>
                </a:schemeClr>
              </a:buClr>
              <a:buFont typeface="Arial" pitchFamily="34" charset="0"/>
              <a:buChar char="•"/>
              <a:defRPr/>
            </a:lvl6pPr>
            <a:lvl7pPr>
              <a:buClr>
                <a:schemeClr val="tx2">
                  <a:lumMod val="50000"/>
                </a:schemeClr>
              </a:buClr>
              <a:buFont typeface="Arial" pitchFamily="34" charset="0"/>
              <a:buChar char="•"/>
              <a:defRPr/>
            </a:lvl7pPr>
            <a:lvl8pPr>
              <a:buClr>
                <a:schemeClr val="tx2">
                  <a:lumMod val="50000"/>
                </a:schemeClr>
              </a:buClr>
              <a:buFont typeface="Arial" pitchFamily="34" charset="0"/>
              <a:buChar char="•"/>
              <a:defRPr/>
            </a:lvl8pPr>
            <a:lvl9pPr>
              <a:buClr>
                <a:schemeClr val="tx2">
                  <a:lumMod val="50000"/>
                </a:schemeClr>
              </a:buClr>
              <a:buFont typeface="Arial" pitchFamily="34" charset="0"/>
              <a:buChar char="•"/>
              <a:defRPr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3" name="Content Placeholder 12"/>
          <p:cNvSpPr>
            <a:spLocks noGrp="1"/>
          </p:cNvSpPr>
          <p:nvPr>
            <p:ph sz="quarter" idx="14" hasCustomPrompt="1"/>
          </p:nvPr>
        </p:nvSpPr>
        <p:spPr>
          <a:xfrm>
            <a:off x="6400800" y="1600200"/>
            <a:ext cx="4978400" cy="4114800"/>
          </a:xfrm>
        </p:spPr>
        <p:txBody>
          <a:bodyPr/>
          <a:lstStyle>
            <a:lvl1pPr>
              <a:buClr>
                <a:schemeClr val="tx2">
                  <a:lumMod val="50000"/>
                </a:schemeClr>
              </a:buClr>
              <a:defRPr/>
            </a:lvl1pPr>
            <a:lvl2pPr>
              <a:buClr>
                <a:schemeClr val="tx2">
                  <a:lumMod val="50000"/>
                </a:schemeClr>
              </a:buClr>
              <a:defRPr/>
            </a:lvl2pPr>
            <a:lvl3pPr>
              <a:buClr>
                <a:schemeClr val="tx2">
                  <a:lumMod val="50000"/>
                </a:schemeClr>
              </a:buClr>
              <a:defRPr/>
            </a:lvl3pPr>
            <a:lvl4pPr>
              <a:buClr>
                <a:schemeClr val="tx2">
                  <a:lumMod val="50000"/>
                </a:schemeClr>
              </a:buClr>
              <a:defRPr/>
            </a:lvl4pPr>
            <a:lvl5pPr>
              <a:buClr>
                <a:schemeClr val="tx2">
                  <a:lumMod val="50000"/>
                </a:schemeClr>
              </a:buClr>
              <a:defRPr/>
            </a:lvl5pPr>
            <a:lvl6pPr>
              <a:buClr>
                <a:schemeClr val="tx2">
                  <a:lumMod val="50000"/>
                </a:schemeClr>
              </a:buClr>
              <a:defRPr/>
            </a:lvl6pPr>
            <a:lvl7pPr>
              <a:buClr>
                <a:schemeClr val="tx2">
                  <a:lumMod val="50000"/>
                </a:schemeClr>
              </a:buClr>
              <a:defRPr/>
            </a:lvl7pPr>
            <a:lvl8pPr>
              <a:buClr>
                <a:schemeClr val="tx2">
                  <a:lumMod val="50000"/>
                </a:schemeClr>
              </a:buClr>
              <a:defRPr/>
            </a:lvl8pPr>
            <a:lvl9pPr>
              <a:buClr>
                <a:schemeClr val="tx2">
                  <a:lumMod val="50000"/>
                </a:schemeClr>
              </a:buClr>
              <a:defRPr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Add a footer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073DF2-DD31-447B-89F4-CEF82A94D7A7}" type="datetime1">
              <a:rPr lang="en-US" smtClean="0"/>
              <a:t>3/10/2026</a:t>
            </a:fld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1CF334-2D5C-4859-84A6-CA7E6E43FAE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771720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800" y="274638"/>
            <a:ext cx="105664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12800" y="1600200"/>
            <a:ext cx="4978400" cy="574675"/>
          </a:xfrm>
        </p:spPr>
        <p:txBody>
          <a:bodyPr anchor="b">
            <a:noAutofit/>
          </a:bodyPr>
          <a:lstStyle>
            <a:lvl1pPr marL="0" indent="0">
              <a:buNone/>
              <a:defRPr sz="2400" b="0" i="0" baseline="0">
                <a:solidFill>
                  <a:schemeClr val="tx2">
                    <a:lumMod val="5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Content Placeholder 10"/>
          <p:cNvSpPr>
            <a:spLocks noGrp="1"/>
          </p:cNvSpPr>
          <p:nvPr>
            <p:ph sz="quarter" idx="13"/>
          </p:nvPr>
        </p:nvSpPr>
        <p:spPr>
          <a:xfrm>
            <a:off x="812800" y="2209800"/>
            <a:ext cx="4978400" cy="3505200"/>
          </a:xfrm>
        </p:spPr>
        <p:txBody>
          <a:bodyPr/>
          <a:lstStyle>
            <a:lvl1pPr>
              <a:buClr>
                <a:schemeClr val="tx2">
                  <a:lumMod val="50000"/>
                </a:schemeClr>
              </a:buClr>
              <a:defRPr sz="1800"/>
            </a:lvl1pPr>
            <a:lvl2pPr>
              <a:buClr>
                <a:schemeClr val="tx2">
                  <a:lumMod val="50000"/>
                </a:schemeClr>
              </a:buClr>
              <a:defRPr sz="1800"/>
            </a:lvl2pPr>
            <a:lvl3pPr>
              <a:buClr>
                <a:schemeClr val="tx2">
                  <a:lumMod val="50000"/>
                </a:schemeClr>
              </a:buClr>
              <a:defRPr sz="1800"/>
            </a:lvl3pPr>
            <a:lvl4pPr>
              <a:buClr>
                <a:schemeClr val="tx2">
                  <a:lumMod val="50000"/>
                </a:schemeClr>
              </a:buClr>
              <a:defRPr sz="1800"/>
            </a:lvl4pPr>
            <a:lvl5pPr>
              <a:buClr>
                <a:schemeClr val="tx2">
                  <a:lumMod val="50000"/>
                </a:schemeClr>
              </a:buClr>
              <a:defRPr sz="1800"/>
            </a:lvl5pPr>
            <a:lvl6pPr>
              <a:buClr>
                <a:schemeClr val="tx2"/>
              </a:buClr>
              <a:defRPr/>
            </a:lvl6pPr>
            <a:lvl7pPr>
              <a:buClr>
                <a:schemeClr val="tx2"/>
              </a:buClr>
              <a:defRPr/>
            </a:lvl7pPr>
            <a:lvl8pPr>
              <a:buClr>
                <a:schemeClr val="tx2"/>
              </a:buClr>
              <a:defRPr/>
            </a:lvl8pPr>
            <a:lvl9pPr>
              <a:buClr>
                <a:schemeClr val="tx2"/>
              </a:buClr>
              <a:defRPr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00800" y="1600200"/>
            <a:ext cx="4978400" cy="574675"/>
          </a:xfrm>
        </p:spPr>
        <p:txBody>
          <a:bodyPr anchor="b">
            <a:noAutofit/>
          </a:bodyPr>
          <a:lstStyle>
            <a:lvl1pPr marL="0" indent="0">
              <a:buNone/>
              <a:defRPr sz="2400" b="0" i="0" baseline="0">
                <a:solidFill>
                  <a:schemeClr val="tx2">
                    <a:lumMod val="5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Content Placeholder 12"/>
          <p:cNvSpPr>
            <a:spLocks noGrp="1"/>
          </p:cNvSpPr>
          <p:nvPr>
            <p:ph sz="quarter" idx="14"/>
          </p:nvPr>
        </p:nvSpPr>
        <p:spPr>
          <a:xfrm>
            <a:off x="6400800" y="2209800"/>
            <a:ext cx="4978400" cy="3505200"/>
          </a:xfrm>
        </p:spPr>
        <p:txBody>
          <a:bodyPr/>
          <a:lstStyle>
            <a:lvl1pPr>
              <a:buClr>
                <a:schemeClr val="tx2">
                  <a:lumMod val="50000"/>
                </a:schemeClr>
              </a:buClr>
              <a:defRPr sz="1800"/>
            </a:lvl1pPr>
            <a:lvl2pPr>
              <a:buClr>
                <a:schemeClr val="tx2">
                  <a:lumMod val="50000"/>
                </a:schemeClr>
              </a:buClr>
              <a:defRPr sz="1800"/>
            </a:lvl2pPr>
            <a:lvl3pPr>
              <a:buClr>
                <a:schemeClr val="tx2">
                  <a:lumMod val="50000"/>
                </a:schemeClr>
              </a:buClr>
              <a:defRPr sz="1800"/>
            </a:lvl3pPr>
            <a:lvl4pPr>
              <a:buClr>
                <a:schemeClr val="tx2">
                  <a:lumMod val="50000"/>
                </a:schemeClr>
              </a:buClr>
              <a:defRPr sz="1800"/>
            </a:lvl4pPr>
            <a:lvl5pPr>
              <a:buClr>
                <a:schemeClr val="tx2">
                  <a:lumMod val="50000"/>
                </a:schemeClr>
              </a:buClr>
              <a:defRPr sz="1800"/>
            </a:lvl5pPr>
            <a:lvl6pPr>
              <a:buClr>
                <a:schemeClr val="tx2"/>
              </a:buClr>
              <a:defRPr/>
            </a:lvl6pPr>
            <a:lvl7pPr>
              <a:buClr>
                <a:schemeClr val="tx2"/>
              </a:buClr>
              <a:defRPr/>
            </a:lvl7pPr>
            <a:lvl8pPr>
              <a:buClr>
                <a:schemeClr val="tx2"/>
              </a:buClr>
              <a:defRPr/>
            </a:lvl8pPr>
            <a:lvl9pPr>
              <a:buClr>
                <a:schemeClr val="tx2"/>
              </a:buClr>
              <a:defRPr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Add a footer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51BB0C-CFA8-4A1F-9AAE-D6B32E8256E7}" type="datetime1">
              <a:rPr lang="en-US" smtClean="0"/>
              <a:t>3/10/2026</a:t>
            </a:fld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1CF334-2D5C-4859-84A6-CA7E6E43FAE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5974727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800" y="274638"/>
            <a:ext cx="10566400" cy="11430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Add a footer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52348D-B72F-4FC3-A127-851C5E7B3A9E}" type="datetime1">
              <a:rPr lang="en-US" smtClean="0"/>
              <a:t>3/10/2026</a:t>
            </a:fld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1CF334-2D5C-4859-84A6-CA7E6E43FAE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6630958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Add a footer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66EB1B-704A-4D5E-8D5F-456104532486}" type="datetime1">
              <a:rPr lang="en-US" smtClean="0"/>
              <a:t>3/10/2026</a:t>
            </a:fld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1CF334-2D5C-4859-84A6-CA7E6E43FAE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8043944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6864" y="1447800"/>
            <a:ext cx="3962400" cy="1097280"/>
          </a:xfrm>
        </p:spPr>
        <p:txBody>
          <a:bodyPr anchor="b"/>
          <a:lstStyle>
            <a:lvl1pPr algn="l">
              <a:defRPr sz="2600" b="1" i="0" cap="none" baseline="0">
                <a:solidFill>
                  <a:schemeClr val="tx2">
                    <a:lumMod val="50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9" name="Content Placeholder 8"/>
          <p:cNvSpPr>
            <a:spLocks noGrp="1"/>
          </p:cNvSpPr>
          <p:nvPr>
            <p:ph sz="quarter" idx="13"/>
          </p:nvPr>
        </p:nvSpPr>
        <p:spPr>
          <a:xfrm>
            <a:off x="5283200" y="1447800"/>
            <a:ext cx="6197600" cy="4267200"/>
          </a:xfrm>
        </p:spPr>
        <p:txBody>
          <a:bodyPr/>
          <a:lstStyle>
            <a:lvl1pPr>
              <a:buClr>
                <a:schemeClr val="tx2">
                  <a:lumMod val="50000"/>
                </a:schemeClr>
              </a:buClr>
              <a:defRPr/>
            </a:lvl1pPr>
            <a:lvl2pPr>
              <a:buClr>
                <a:schemeClr val="tx2">
                  <a:lumMod val="50000"/>
                </a:schemeClr>
              </a:buClr>
              <a:defRPr/>
            </a:lvl2pPr>
            <a:lvl3pPr>
              <a:buClr>
                <a:schemeClr val="tx2">
                  <a:lumMod val="50000"/>
                </a:schemeClr>
              </a:buClr>
              <a:defRPr/>
            </a:lvl3pPr>
            <a:lvl4pPr>
              <a:buClr>
                <a:schemeClr val="tx2">
                  <a:lumMod val="50000"/>
                </a:schemeClr>
              </a:buClr>
              <a:defRPr/>
            </a:lvl4pPr>
            <a:lvl5pPr>
              <a:buClr>
                <a:schemeClr val="tx2">
                  <a:lumMod val="50000"/>
                </a:schemeClr>
              </a:buClr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16864" y="2547892"/>
            <a:ext cx="3962400" cy="3167109"/>
          </a:xfrm>
        </p:spPr>
        <p:txBody>
          <a:bodyPr tIns="9144">
            <a:normAutofit/>
          </a:bodyPr>
          <a:lstStyle>
            <a:lvl1pPr marL="0" indent="0">
              <a:buNone/>
              <a:defRPr sz="20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Add a footer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6AFBEB-CD4D-45C5-9851-D1FF1EB5AB85}" type="datetime1">
              <a:rPr lang="en-US" smtClean="0"/>
              <a:t>3/10/2026</a:t>
            </a:fld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1CF334-2D5C-4859-84A6-CA7E6E43FAE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7180007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800" y="1447800"/>
            <a:ext cx="3962400" cy="1097280"/>
          </a:xfrm>
        </p:spPr>
        <p:txBody>
          <a:bodyPr anchor="b"/>
          <a:lstStyle>
            <a:lvl1pPr algn="l">
              <a:defRPr sz="2600" b="1" i="0" cap="none" baseline="0">
                <a:solidFill>
                  <a:schemeClr val="tx2">
                    <a:lumMod val="50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Picture Placeholder 9" descr="An empty placeholder to add an image. Click on the placeholder and select the image that you wish to add"/>
          <p:cNvSpPr>
            <a:spLocks noGrp="1"/>
          </p:cNvSpPr>
          <p:nvPr>
            <p:ph type="pic" sz="quarter" idx="13"/>
          </p:nvPr>
        </p:nvSpPr>
        <p:spPr>
          <a:xfrm>
            <a:off x="6301232" y="1539240"/>
            <a:ext cx="4431538" cy="3272790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12800" y="2547891"/>
            <a:ext cx="3962400" cy="2405109"/>
          </a:xfrm>
        </p:spPr>
        <p:txBody>
          <a:bodyPr tIns="9144">
            <a:normAutofit/>
          </a:bodyPr>
          <a:lstStyle>
            <a:lvl1pPr marL="0" indent="0">
              <a:buNone/>
              <a:defRPr sz="20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Add a footer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85B7EB-0ACD-4247-AA3F-1B0B49109B84}" type="datetime1">
              <a:rPr lang="en-US" smtClean="0"/>
              <a:t>3/10/2026</a:t>
            </a:fld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1CF334-2D5C-4859-84A6-CA7E6E43FAE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6283138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>
            <a:lvl1pPr>
              <a:buClr>
                <a:schemeClr val="tx2">
                  <a:lumMod val="50000"/>
                </a:schemeClr>
              </a:buClr>
              <a:defRPr/>
            </a:lvl1pPr>
            <a:lvl2pPr>
              <a:buClr>
                <a:schemeClr val="tx2">
                  <a:lumMod val="50000"/>
                </a:schemeClr>
              </a:buClr>
              <a:defRPr/>
            </a:lvl2pPr>
            <a:lvl3pPr>
              <a:buClr>
                <a:schemeClr val="tx2">
                  <a:lumMod val="50000"/>
                </a:schemeClr>
              </a:buClr>
              <a:defRPr/>
            </a:lvl3pPr>
            <a:lvl4pPr>
              <a:buClr>
                <a:schemeClr val="tx2">
                  <a:lumMod val="50000"/>
                </a:schemeClr>
              </a:buClr>
              <a:defRPr/>
            </a:lvl4pPr>
            <a:lvl5pPr>
              <a:buClr>
                <a:schemeClr val="tx2">
                  <a:lumMod val="50000"/>
                </a:schemeClr>
              </a:buClr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Add a footer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5D68D4-D432-4190-8060-492B59F98A87}" type="datetime1">
              <a:rPr lang="en-US" smtClean="0"/>
              <a:t>3/10/2026</a:t>
            </a:fld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1CF334-2D5C-4859-84A6-CA7E6E43FAE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2967677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39"/>
            <a:ext cx="27432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39"/>
            <a:ext cx="8026400" cy="5851525"/>
          </a:xfrm>
        </p:spPr>
        <p:txBody>
          <a:bodyPr vert="eaVert"/>
          <a:lstStyle>
            <a:lvl1pPr>
              <a:buClr>
                <a:schemeClr val="tx2">
                  <a:lumMod val="50000"/>
                </a:schemeClr>
              </a:buClr>
              <a:defRPr/>
            </a:lvl1pPr>
            <a:lvl2pPr>
              <a:buClr>
                <a:schemeClr val="tx2">
                  <a:lumMod val="50000"/>
                </a:schemeClr>
              </a:buClr>
              <a:defRPr/>
            </a:lvl2pPr>
            <a:lvl3pPr>
              <a:buClr>
                <a:schemeClr val="tx2">
                  <a:lumMod val="50000"/>
                </a:schemeClr>
              </a:buClr>
              <a:defRPr/>
            </a:lvl3pPr>
            <a:lvl4pPr>
              <a:buClr>
                <a:schemeClr val="tx2">
                  <a:lumMod val="50000"/>
                </a:schemeClr>
              </a:buClr>
              <a:defRPr/>
            </a:lvl4pPr>
            <a:lvl5pPr>
              <a:buClr>
                <a:schemeClr val="tx2">
                  <a:lumMod val="50000"/>
                </a:schemeClr>
              </a:buClr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Add a footer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F4EF83-7D73-495D-9915-41737B990DFC}" type="datetime1">
              <a:rPr lang="en-US" smtClean="0"/>
              <a:t>3/10/2026</a:t>
            </a:fld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1CF334-2D5C-4859-84A6-CA7E6E43FAE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053325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microsoft.com/office/2007/relationships/hdphoto" Target="../media/hdphoto1.wdp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/>
          <p:cNvPicPr>
            <a:picLocks noChangeAspect="1"/>
          </p:cNvPicPr>
          <p:nvPr/>
        </p:nvPicPr>
        <p:blipFill>
          <a:blip r:embed="rId13" cstate="email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BEBA8EAE-BF5A-486C-A8C5-ECC9F3942E4B}">
                <a14:imgProps xmlns:a14="http://schemas.microsoft.com/office/drawing/2010/main">
                  <a14:imgLayer r:embed="rId14">
                    <a14:imgEffect>
                      <a14:sharpenSoften amount="-50000"/>
                    </a14:imgEffect>
                    <a14:imgEffect>
                      <a14:saturation sat="66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12800" y="274638"/>
            <a:ext cx="10566400" cy="1143000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12800" y="1600201"/>
            <a:ext cx="105664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812800" y="6356351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00" cap="all" spc="60" baseline="0">
                <a:solidFill>
                  <a:schemeClr val="tx2">
                    <a:lumMod val="50000"/>
                  </a:schemeClr>
                </a:solidFill>
              </a:defRPr>
            </a:lvl1pPr>
          </a:lstStyle>
          <a:p>
            <a:r>
              <a:rPr lang="en-US" dirty="0"/>
              <a:t>Add a footer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620000" y="6356351"/>
            <a:ext cx="20320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00" strike="noStrike" spc="60" baseline="0">
                <a:solidFill>
                  <a:schemeClr val="tx2">
                    <a:lumMod val="50000"/>
                  </a:schemeClr>
                </a:solidFill>
              </a:defRPr>
            </a:lvl1pPr>
          </a:lstStyle>
          <a:p>
            <a:fld id="{8254F2F0-E062-4E41-9176-AEE9734E64AC}" type="datetime1">
              <a:rPr lang="en-US" smtClean="0"/>
              <a:pPr/>
              <a:t>3/10/2026</a:t>
            </a:fld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058400" y="6356351"/>
            <a:ext cx="132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300" baseline="0">
                <a:solidFill>
                  <a:schemeClr val="tx2">
                    <a:lumMod val="50000"/>
                  </a:schemeClr>
                </a:solidFill>
              </a:defRPr>
            </a:lvl1pPr>
          </a:lstStyle>
          <a:p>
            <a:fld id="{401CF334-2D5C-4859-84A6-CA7E6E43FAE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0169770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57" r:id="rId1"/>
    <p:sldLayoutId id="2147483758" r:id="rId2"/>
    <p:sldLayoutId id="2147483759" r:id="rId3"/>
    <p:sldLayoutId id="2147483760" r:id="rId4"/>
    <p:sldLayoutId id="2147483761" r:id="rId5"/>
    <p:sldLayoutId id="2147483762" r:id="rId6"/>
    <p:sldLayoutId id="2147483763" r:id="rId7"/>
    <p:sldLayoutId id="2147483764" r:id="rId8"/>
    <p:sldLayoutId id="2147483765" r:id="rId9"/>
    <p:sldLayoutId id="2147483766" r:id="rId10"/>
    <p:sldLayoutId id="2147483767" r:id="rId11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hf sldNum="0" hdr="0" ftr="0" dt="0"/>
  <p:txStyles>
    <p:titleStyle>
      <a:lvl1pPr algn="l" defTabSz="914400" rtl="0" eaLnBrk="1" latinLnBrk="0" hangingPunct="1">
        <a:spcBef>
          <a:spcPct val="0"/>
        </a:spcBef>
        <a:buNone/>
        <a:defRPr sz="3600" b="1" kern="1200" cap="all" spc="50" baseline="0">
          <a:solidFill>
            <a:schemeClr val="tx2">
              <a:lumMod val="50000"/>
            </a:schemeClr>
          </a:solidFill>
          <a:effectLst/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914400" rtl="0" eaLnBrk="1" latinLnBrk="0" hangingPunct="1">
        <a:lnSpc>
          <a:spcPct val="100000"/>
        </a:lnSpc>
        <a:spcBef>
          <a:spcPct val="20000"/>
        </a:spcBef>
        <a:spcAft>
          <a:spcPts val="600"/>
        </a:spcAft>
        <a:buClr>
          <a:schemeClr val="tx1"/>
        </a:buClr>
        <a:buFont typeface="Arial" pitchFamily="34" charset="0"/>
        <a:buChar char="•"/>
        <a:defRPr sz="2000" kern="1200" spc="30" baseline="0">
          <a:solidFill>
            <a:schemeClr val="tx2">
              <a:lumMod val="50000"/>
            </a:schemeClr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lnSpc>
          <a:spcPct val="100000"/>
        </a:lnSpc>
        <a:spcBef>
          <a:spcPct val="20000"/>
        </a:spcBef>
        <a:spcAft>
          <a:spcPts val="600"/>
        </a:spcAft>
        <a:buClr>
          <a:schemeClr val="tx1"/>
        </a:buClr>
        <a:buFont typeface="Arial" pitchFamily="34" charset="0"/>
        <a:buChar char="•"/>
        <a:defRPr sz="2000" kern="1200" spc="30" baseline="0">
          <a:solidFill>
            <a:schemeClr val="tx2">
              <a:lumMod val="50000"/>
            </a:schemeClr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00000"/>
        </a:lnSpc>
        <a:spcBef>
          <a:spcPct val="20000"/>
        </a:spcBef>
        <a:spcAft>
          <a:spcPts val="600"/>
        </a:spcAft>
        <a:buClr>
          <a:schemeClr val="tx2">
            <a:lumMod val="50000"/>
          </a:schemeClr>
        </a:buClr>
        <a:buFont typeface="Arial" pitchFamily="34" charset="0"/>
        <a:buChar char="•"/>
        <a:defRPr sz="2000" kern="1200" spc="30" baseline="0">
          <a:solidFill>
            <a:schemeClr val="tx2">
              <a:lumMod val="50000"/>
            </a:schemeClr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00000"/>
        </a:lnSpc>
        <a:spcBef>
          <a:spcPct val="20000"/>
        </a:spcBef>
        <a:spcAft>
          <a:spcPts val="600"/>
        </a:spcAft>
        <a:buClr>
          <a:schemeClr val="tx1"/>
        </a:buClr>
        <a:buFont typeface="Arial" pitchFamily="34" charset="0"/>
        <a:buChar char="•"/>
        <a:defRPr sz="2000" kern="1200" spc="30" baseline="0">
          <a:solidFill>
            <a:schemeClr val="tx2">
              <a:lumMod val="50000"/>
            </a:schemeClr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00000"/>
        </a:lnSpc>
        <a:spcBef>
          <a:spcPct val="20000"/>
        </a:spcBef>
        <a:spcAft>
          <a:spcPts val="600"/>
        </a:spcAft>
        <a:buClr>
          <a:schemeClr val="tx1"/>
        </a:buClr>
        <a:buFont typeface="Arial" pitchFamily="34" charset="0"/>
        <a:buChar char="•"/>
        <a:defRPr sz="2000" kern="1200" spc="30" baseline="0">
          <a:solidFill>
            <a:schemeClr val="tx2">
              <a:lumMod val="50000"/>
            </a:schemeClr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00000"/>
        </a:lnSpc>
        <a:spcBef>
          <a:spcPct val="20000"/>
        </a:spcBef>
        <a:spcAft>
          <a:spcPts val="600"/>
        </a:spcAft>
        <a:buClr>
          <a:schemeClr val="tx2">
            <a:lumMod val="50000"/>
          </a:schemeClr>
        </a:buClr>
        <a:buFont typeface="Arial" pitchFamily="34" charset="0"/>
        <a:buChar char="•"/>
        <a:defRPr sz="1700" kern="1200">
          <a:solidFill>
            <a:schemeClr val="tx2">
              <a:lumMod val="50000"/>
            </a:schemeClr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00000"/>
        </a:lnSpc>
        <a:spcBef>
          <a:spcPct val="20000"/>
        </a:spcBef>
        <a:spcAft>
          <a:spcPts val="600"/>
        </a:spcAft>
        <a:buClr>
          <a:schemeClr val="tx2">
            <a:lumMod val="50000"/>
          </a:schemeClr>
        </a:buClr>
        <a:buFont typeface="Arial" pitchFamily="34" charset="0"/>
        <a:buChar char="•"/>
        <a:defRPr sz="1700" kern="1200">
          <a:solidFill>
            <a:schemeClr val="tx2">
              <a:lumMod val="50000"/>
            </a:schemeClr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00000"/>
        </a:lnSpc>
        <a:spcBef>
          <a:spcPct val="20000"/>
        </a:spcBef>
        <a:spcAft>
          <a:spcPts val="600"/>
        </a:spcAft>
        <a:buClr>
          <a:schemeClr val="tx2">
            <a:lumMod val="50000"/>
          </a:schemeClr>
        </a:buClr>
        <a:buFont typeface="Arial" pitchFamily="34" charset="0"/>
        <a:buChar char="•"/>
        <a:defRPr sz="1700" kern="1200">
          <a:solidFill>
            <a:schemeClr val="tx2">
              <a:lumMod val="50000"/>
            </a:schemeClr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00000"/>
        </a:lnSpc>
        <a:spcBef>
          <a:spcPct val="20000"/>
        </a:spcBef>
        <a:spcAft>
          <a:spcPts val="600"/>
        </a:spcAft>
        <a:buClr>
          <a:schemeClr val="tx2">
            <a:lumMod val="50000"/>
          </a:schemeClr>
        </a:buClr>
        <a:buFont typeface="Arial" pitchFamily="34" charset="0"/>
        <a:buChar char="•"/>
        <a:defRPr sz="1700" kern="1200">
          <a:solidFill>
            <a:schemeClr val="tx2">
              <a:lumMod val="50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0.png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625600" y="3886200"/>
            <a:ext cx="8534400" cy="694267"/>
          </a:xfrm>
        </p:spPr>
        <p:txBody>
          <a:bodyPr>
            <a:normAutofit/>
          </a:bodyPr>
          <a:lstStyle/>
          <a:p>
            <a:r>
              <a:rPr lang="en-US" sz="2400" dirty="0"/>
              <a:t>By: Elisa Herter</a:t>
            </a:r>
            <a:endParaRPr lang="en-US" sz="2400" dirty="0">
              <a:effectLst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sz="3200" dirty="0"/>
              <a:t>Climate Change Amplifies PCB Toxin Risks in Southern Resident Killer Whales: A Population Model</a:t>
            </a:r>
          </a:p>
        </p:txBody>
      </p:sp>
    </p:spTree>
    <p:extLst>
      <p:ext uri="{BB962C8B-B14F-4D97-AF65-F5344CB8AC3E}">
        <p14:creationId xmlns:p14="http://schemas.microsoft.com/office/powerpoint/2010/main" val="386644813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1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Research Question</a:t>
            </a:r>
          </a:p>
        </p:txBody>
      </p:sp>
      <p:sp>
        <p:nvSpPr>
          <p:cNvPr id="14" name="Content Placeholder 13"/>
          <p:cNvSpPr>
            <a:spLocks noGrp="1"/>
          </p:cNvSpPr>
          <p:nvPr>
            <p:ph sz="quarter" idx="13"/>
          </p:nvPr>
        </p:nvSpPr>
        <p:spPr>
          <a:xfrm>
            <a:off x="812800" y="1600200"/>
            <a:ext cx="5774267" cy="4983162"/>
          </a:xfrm>
        </p:spPr>
        <p:txBody>
          <a:bodyPr>
            <a:normAutofit fontScale="92500" lnSpcReduction="10000"/>
          </a:bodyPr>
          <a:lstStyle/>
          <a:p>
            <a:r>
              <a:rPr lang="en-US" b="1" dirty="0">
                <a:solidFill>
                  <a:schemeClr val="tx1"/>
                </a:solidFill>
              </a:rPr>
              <a:t>Central Question</a:t>
            </a:r>
            <a:r>
              <a:rPr lang="en-US" dirty="0">
                <a:solidFill>
                  <a:schemeClr val="tx1"/>
                </a:solidFill>
              </a:rPr>
              <a:t>:</a:t>
            </a:r>
            <a:r>
              <a:rPr lang="en-US" i="1" dirty="0">
                <a:solidFill>
                  <a:schemeClr val="tx1"/>
                </a:solidFill>
              </a:rPr>
              <a:t> Does climate-driven Chinook salmon decline accelerate SRKW population collapse by amplifying internal PCB exposure through blubber mobilization?</a:t>
            </a:r>
          </a:p>
          <a:p>
            <a:r>
              <a:rPr lang="en-US" b="1" i="1" dirty="0">
                <a:solidFill>
                  <a:schemeClr val="tx1"/>
                </a:solidFill>
                <a:effectLst/>
              </a:rPr>
              <a:t>Sub Question</a:t>
            </a:r>
            <a:r>
              <a:rPr lang="en-US" i="1" dirty="0">
                <a:solidFill>
                  <a:schemeClr val="tx1"/>
                </a:solidFill>
                <a:effectLst/>
              </a:rPr>
              <a:t>: </a:t>
            </a:r>
            <a:r>
              <a:rPr lang="en-US" i="1" dirty="0"/>
              <a:t>How severe must prey decline be before toxin feedback drives population collapse?</a:t>
            </a:r>
            <a:endParaRPr lang="en-US" i="1" dirty="0">
              <a:solidFill>
                <a:schemeClr val="tx1"/>
              </a:solidFill>
              <a:effectLst/>
            </a:endParaRPr>
          </a:p>
          <a:p>
            <a:r>
              <a:rPr lang="en-US" b="1" dirty="0">
                <a:solidFill>
                  <a:schemeClr val="tx1"/>
                </a:solidFill>
              </a:rPr>
              <a:t>Why It Matters: </a:t>
            </a:r>
            <a:r>
              <a:rPr lang="en-US" dirty="0">
                <a:solidFill>
                  <a:schemeClr val="tx1"/>
                </a:solidFill>
              </a:rPr>
              <a:t>SRKWs (critically endangered orcas) face prey scarcity + pollutants; climate worsens both.</a:t>
            </a:r>
            <a:endParaRPr lang="en-US" dirty="0">
              <a:solidFill>
                <a:schemeClr val="tx1"/>
              </a:solidFill>
              <a:effectLst/>
            </a:endParaRPr>
          </a:p>
          <a:p>
            <a:r>
              <a:rPr lang="en-US" b="1" dirty="0">
                <a:solidFill>
                  <a:schemeClr val="tx1"/>
                </a:solidFill>
              </a:rPr>
              <a:t>Jargon: </a:t>
            </a:r>
          </a:p>
          <a:p>
            <a:pPr lvl="1"/>
            <a:r>
              <a:rPr lang="en-US" i="1" dirty="0">
                <a:solidFill>
                  <a:schemeClr val="tx1"/>
                </a:solidFill>
              </a:rPr>
              <a:t>PCBs</a:t>
            </a:r>
            <a:r>
              <a:rPr lang="en-US" dirty="0">
                <a:solidFill>
                  <a:schemeClr val="tx1"/>
                </a:solidFill>
              </a:rPr>
              <a:t> = persistent chemicals that build up in fat</a:t>
            </a:r>
          </a:p>
          <a:p>
            <a:pPr lvl="1"/>
            <a:r>
              <a:rPr lang="en-US" i="1" dirty="0">
                <a:solidFill>
                  <a:schemeClr val="tx1"/>
                </a:solidFill>
              </a:rPr>
              <a:t>blubber mobilization </a:t>
            </a:r>
            <a:r>
              <a:rPr lang="en-US" dirty="0">
                <a:solidFill>
                  <a:schemeClr val="tx1"/>
                </a:solidFill>
              </a:rPr>
              <a:t>= fat burning releases toxins when food is low.</a:t>
            </a:r>
          </a:p>
          <a:p>
            <a:endParaRPr lang="en-US" dirty="0">
              <a:solidFill>
                <a:schemeClr val="tx1"/>
              </a:solidFill>
              <a:effectLst/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52D8E01B-53EF-9816-19B0-17BA4C95186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98267" y="1791758"/>
            <a:ext cx="4579697" cy="3274483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53C6BD19-2007-6C1C-FF93-E7E700BD20E3}"/>
              </a:ext>
            </a:extLst>
          </p:cNvPr>
          <p:cNvSpPr txBox="1"/>
          <p:nvPr/>
        </p:nvSpPr>
        <p:spPr>
          <a:xfrm>
            <a:off x="7298267" y="5055640"/>
            <a:ext cx="4579696" cy="492443"/>
          </a:xfrm>
          <a:prstGeom prst="rect">
            <a:avLst/>
          </a:prstGeom>
          <a:noFill/>
          <a:ln>
            <a:solidFill>
              <a:schemeClr val="accent1">
                <a:lumMod val="20000"/>
                <a:lumOff val="80000"/>
              </a:schemeClr>
            </a:solidFill>
          </a:ln>
        </p:spPr>
        <p:txBody>
          <a:bodyPr wrap="square" rtlCol="0" anchor="ctr" anchorCtr="1">
            <a:spAutoFit/>
          </a:bodyPr>
          <a:lstStyle/>
          <a:p>
            <a:r>
              <a:rPr lang="en-US" sz="1200" dirty="0"/>
              <a:t>Fig 1: SRKW main food source, Chinook Salmon</a:t>
            </a:r>
          </a:p>
          <a:p>
            <a:r>
              <a:rPr lang="en-US" sz="700" dirty="0"/>
              <a:t>https://thumbs.dreamstime.com/b/chinook-salmon-jumping-river-jumps-up-ledge-ganaraska-as-swims-upstream-fall-to-lay-eggs-159979140.jpg</a:t>
            </a:r>
          </a:p>
        </p:txBody>
      </p:sp>
    </p:spTree>
    <p:extLst>
      <p:ext uri="{BB962C8B-B14F-4D97-AF65-F5344CB8AC3E}">
        <p14:creationId xmlns:p14="http://schemas.microsoft.com/office/powerpoint/2010/main" val="83350704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Model overview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4" name="Content Placeholder 3">
                <a:extLst>
                  <a:ext uri="{FF2B5EF4-FFF2-40B4-BE49-F238E27FC236}">
                    <a16:creationId xmlns:a16="http://schemas.microsoft.com/office/drawing/2014/main" id="{26ED815C-4730-F899-34A8-8C6EA38E56CF}"/>
                  </a:ext>
                </a:extLst>
              </p:cNvPr>
              <p:cNvSpPr>
                <a:spLocks noGrp="1"/>
              </p:cNvSpPr>
              <p:nvPr>
                <p:ph sz="quarter" idx="13"/>
              </p:nvPr>
            </p:nvSpPr>
            <p:spPr>
              <a:xfrm>
                <a:off x="229052" y="1797251"/>
                <a:ext cx="5283200" cy="4759960"/>
              </a:xfrm>
            </p:spPr>
            <p:txBody>
              <a:bodyPr>
                <a:normAutofit fontScale="70000" lnSpcReduction="20000"/>
              </a:bodyPr>
              <a:lstStyle/>
              <a:p>
                <a:r>
                  <a:rPr lang="en-US" dirty="0">
                    <a:solidFill>
                      <a:schemeClr val="tx1"/>
                    </a:solidFill>
                  </a:rPr>
                  <a:t>Stage-Structured Matrix Model: </a:t>
                </a:r>
              </a:p>
              <a:p>
                <a:pPr lvl="1"/>
                <a14:m>
                  <m:oMath xmlns:m="http://schemas.openxmlformats.org/officeDocument/2006/math">
                    <m:r>
                      <a:rPr lang="en-US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𝑁</m:t>
                    </m:r>
                    <m:d>
                      <m:dPr>
                        <m:ctrlPr>
                          <a:rPr lang="en-US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a:rPr lang="en-US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+1</m:t>
                        </m:r>
                      </m:e>
                    </m:d>
                    <m:r>
                      <a:rPr lang="en-US" i="1" dirty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i="1" dirty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d>
                      <m:dPr>
                        <m:ctrlPr>
                          <a:rPr lang="en-US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</m:d>
                    <m:r>
                      <a:rPr lang="en-US" i="1" dirty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·</m:t>
                    </m:r>
                    <m:r>
                      <a:rPr lang="en-US" i="1" dirty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𝑁</m:t>
                    </m:r>
                    <m:d>
                      <m:dPr>
                        <m:ctrlPr>
                          <a:rPr lang="en-US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</m:d>
                    <m:r>
                      <a:rPr lang="en-US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−</m:t>
                    </m:r>
                  </m:oMath>
                </a14:m>
                <a:endParaRPr lang="en-US" dirty="0">
                  <a:solidFill>
                    <a:schemeClr val="tx1"/>
                  </a:solidFill>
                </a:endParaRPr>
              </a:p>
              <a:p>
                <a:r>
                  <a:rPr lang="en-US" dirty="0">
                    <a:solidFill>
                      <a:schemeClr val="tx1"/>
                    </a:solidFill>
                  </a:rPr>
                  <a:t>Stages: Calves (0-2 yr), Juveniles (2-10 yr), Reproductive Females (10-42 yr), Post-Reproductive (&gt;42 yr) </a:t>
                </a:r>
              </a:p>
              <a:p>
                <a:r>
                  <a:rPr lang="en-US" dirty="0">
                    <a:solidFill>
                      <a:schemeClr val="tx1"/>
                    </a:solidFill>
                  </a:rPr>
                  <a:t>Terms: </a:t>
                </a:r>
              </a:p>
              <a:p>
                <a:pPr lvl="1"/>
                <a14:m>
                  <m:oMath xmlns:m="http://schemas.openxmlformats.org/officeDocument/2006/math">
                    <m:sSub>
                      <m:sSubPr>
                        <m:ctrlPr>
                          <a:rPr lang="el-GR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l-GR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𝜎</m:t>
                        </m:r>
                      </m:e>
                      <m:sub>
                        <m:r>
                          <a:rPr lang="en-US" i="1" dirty="0" err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i="1" dirty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 </m:t>
                    </m:r>
                  </m:oMath>
                </a14:m>
                <a:r>
                  <a:rPr lang="en-US" dirty="0">
                    <a:solidFill>
                      <a:schemeClr val="tx1"/>
                    </a:solidFill>
                  </a:rPr>
                  <a:t>= survival, </a:t>
                </a:r>
              </a:p>
              <a:p>
                <a:pPr lvl="1"/>
                <a14:m>
                  <m:oMath xmlns:m="http://schemas.openxmlformats.org/officeDocument/2006/math">
                    <m:sSub>
                      <m:sSubPr>
                        <m:ctrlPr>
                          <a:rPr lang="en-US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𝐹</m:t>
                        </m:r>
                      </m:e>
                      <m:sub>
                        <m:r>
                          <a:rPr lang="en-US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</m:oMath>
                </a14:m>
                <a:r>
                  <a:rPr lang="en-US" dirty="0">
                    <a:solidFill>
                      <a:schemeClr val="tx1"/>
                    </a:solidFill>
                  </a:rPr>
                  <a:t>= fecundity,</a:t>
                </a:r>
              </a:p>
              <a:p>
                <a:pPr lvl="1"/>
                <a14:m>
                  <m:oMath xmlns:m="http://schemas.openxmlformats.org/officeDocument/2006/math">
                    <m:sSub>
                      <m:sSubPr>
                        <m:ctrlPr>
                          <a:rPr lang="el-GR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l-GR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𝛾</m:t>
                        </m:r>
                      </m:e>
                      <m:sub>
                        <m:r>
                          <a:rPr lang="en-US" i="1" dirty="0" err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US" dirty="0">
                    <a:solidFill>
                      <a:schemeClr val="tx1"/>
                    </a:solidFill>
                  </a:rPr>
                  <a:t>= transitions; adjusted by toxins.</a:t>
                </a:r>
              </a:p>
              <a:p>
                <a:r>
                  <a:rPr lang="en-US" dirty="0">
                    <a:solidFill>
                      <a:schemeClr val="tx1"/>
                    </a:solidFill>
                  </a:rPr>
                  <a:t>Toxin Sub-Model: Updates via dietary uptake, blubber mobilization (when prey &lt; </a:t>
                </a:r>
                <a:r>
                  <a:rPr lang="en-US" baseline="-25000" dirty="0" err="1">
                    <a:solidFill>
                      <a:schemeClr val="tx1"/>
                    </a:solidFill>
                  </a:rPr>
                  <a:t>P_min</a:t>
                </a:r>
                <a:r>
                  <a:rPr lang="en-US" dirty="0">
                    <a:solidFill>
                      <a:schemeClr val="tx1"/>
                    </a:solidFill>
                  </a:rPr>
                  <a:t>), maternal transfer. </a:t>
                </a:r>
              </a:p>
              <a:p>
                <a:r>
                  <a:rPr lang="en-US" dirty="0">
                    <a:solidFill>
                      <a:schemeClr val="tx1"/>
                    </a:solidFill>
                  </a:rPr>
                  <a:t>Coupling: Logistic functions,</a:t>
                </a:r>
              </a:p>
              <a:p>
                <a:pPr lvl="1"/>
                <a:r>
                  <a:rPr lang="en-US" dirty="0">
                    <a:solidFill>
                      <a:schemeClr val="tx1"/>
                    </a:solidFill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𝐹</m:t>
                        </m:r>
                      </m:e>
                      <m:sub>
                        <m:r>
                          <a:rPr lang="en-US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d>
                      <m:dPr>
                        <m:ctrlPr>
                          <a:rPr lang="en-US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</m:d>
                    <m:r>
                      <a:rPr lang="en-US" i="1" dirty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𝐹</m:t>
                        </m:r>
                      </m:e>
                      <m:sub>
                        <m:r>
                          <a:rPr lang="en-US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r>
                      <a:rPr lang="en-US" b="0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US" b="0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max</m:t>
                    </m:r>
                    <m:r>
                      <m:rPr>
                        <m:nor/>
                      </m:rPr>
                      <a:rPr lang="en-US"/>
                      <m:t>⋅</m:t>
                    </m:r>
                    <m:f>
                      <m:fPr>
                        <m:ctrlPr>
                          <a:rPr lang="en-US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d>
                          <m:dPr>
                            <m:ctrlPr>
                              <a:rPr lang="en-US" i="1" dirty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i="1" dirty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1+</m:t>
                            </m:r>
                            <m:r>
                              <a:rPr lang="en-US" i="1" dirty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𝑒𝑥𝑝</m:t>
                            </m:r>
                            <m:d>
                              <m:dPr>
                                <m:ctrlPr>
                                  <a:rPr lang="en-US" i="1" dirty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sSub>
                                  <m:sSubPr>
                                    <m:ctrlPr>
                                      <a:rPr lang="el-GR" i="1" dirty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l-GR" i="1" dirty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𝜅</m:t>
                                    </m:r>
                                  </m:e>
                                  <m:sub>
                                    <m:r>
                                      <a:rPr lang="en-US" i="1" dirty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𝑓</m:t>
                                    </m:r>
                                    <m:r>
                                      <m:rPr>
                                        <m:nor/>
                                      </m:rPr>
                                      <a:rPr lang="en-US"/>
                                      <m:t>⋅</m:t>
                                    </m:r>
                                  </m:sub>
                                </m:sSub>
                                <m:d>
                                  <m:dPr>
                                    <m:ctrlPr>
                                      <a:rPr lang="en-US" i="1" dirty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sSub>
                                      <m:sSubPr>
                                        <m:ctrlPr>
                                          <a:rPr lang="en-US" i="1" dirty="0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i="1" dirty="0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𝑇</m:t>
                                        </m:r>
                                      </m:e>
                                      <m:sub>
                                        <m:r>
                                          <a:rPr lang="en-US" i="1" dirty="0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3</m:t>
                                        </m:r>
                                      </m:sub>
                                    </m:sSub>
                                    <m:r>
                                      <a:rPr lang="en-US" b="0" i="1" dirty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(</m:t>
                                    </m:r>
                                    <m:r>
                                      <m:rPr>
                                        <m:sty m:val="p"/>
                                      </m:rPr>
                                      <a:rPr lang="en-US" b="0" i="1" dirty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t</m:t>
                                    </m:r>
                                    <m:r>
                                      <a:rPr lang="en-US" b="0" i="1" dirty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)−</m:t>
                                    </m:r>
                                    <m:sSub>
                                      <m:sSubPr>
                                        <m:ctrlPr>
                                          <a:rPr lang="en-US" i="1" dirty="0" err="1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i="1" dirty="0" err="1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𝑇</m:t>
                                        </m:r>
                                      </m:e>
                                      <m:sub>
                                        <m:r>
                                          <a:rPr lang="en-US" i="1" dirty="0" err="1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𝑓</m:t>
                                        </m:r>
                                      </m:sub>
                                    </m:sSub>
                                  </m:e>
                                </m:d>
                              </m:e>
                            </m:d>
                          </m:e>
                        </m:d>
                      </m:den>
                    </m:f>
                  </m:oMath>
                </a14:m>
                <a:endParaRPr lang="en-US" i="1" dirty="0">
                  <a:solidFill>
                    <a:schemeClr val="tx1"/>
                  </a:solidFill>
                  <a:latin typeface="Cambria Math" panose="02040503050406030204" pitchFamily="18" charset="0"/>
                </a:endParaRPr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  <m:sub>
                        <m:r>
                          <a:rPr lang="en-US" i="1" dirty="0" err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sub>
                    </m:sSub>
                  </m:oMath>
                </a14:m>
                <a:r>
                  <a:rPr lang="en-US" dirty="0">
                    <a:solidFill>
                      <a:schemeClr val="tx1"/>
                    </a:solidFill>
                  </a:rPr>
                  <a:t>= 40 mg/kg (repro suppression).</a:t>
                </a:r>
              </a:p>
              <a:p>
                <a:r>
                  <a:rPr lang="en-US" dirty="0">
                    <a:solidFill>
                      <a:schemeClr val="tx1"/>
                    </a:solidFill>
                  </a:rPr>
                  <a:t>Relevance: Captures climate-prey-toxin-demography feedback for extinction risk.</a:t>
                </a:r>
              </a:p>
              <a:p>
                <a:endParaRPr lang="en-US" dirty="0">
                  <a:solidFill>
                    <a:schemeClr val="tx1"/>
                  </a:solidFill>
                </a:endParaRPr>
              </a:p>
            </p:txBody>
          </p:sp>
        </mc:Choice>
        <mc:Fallback>
          <p:sp>
            <p:nvSpPr>
              <p:cNvPr id="4" name="Content Placeholder 3">
                <a:extLst>
                  <a:ext uri="{FF2B5EF4-FFF2-40B4-BE49-F238E27FC236}">
                    <a16:creationId xmlns:a16="http://schemas.microsoft.com/office/drawing/2014/main" id="{26ED815C-4730-F899-34A8-8C6EA38E56CF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quarter" idx="13"/>
              </p:nvPr>
            </p:nvSpPr>
            <p:spPr>
              <a:xfrm>
                <a:off x="229052" y="1797251"/>
                <a:ext cx="5283200" cy="4759960"/>
              </a:xfrm>
              <a:blipFill>
                <a:blip r:embed="rId2"/>
                <a:stretch>
                  <a:fillRect l="-231" t="-1152" r="-92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9" name="Picture 8">
            <a:extLst>
              <a:ext uri="{FF2B5EF4-FFF2-40B4-BE49-F238E27FC236}">
                <a16:creationId xmlns:a16="http://schemas.microsoft.com/office/drawing/2014/main" id="{CB4CB9FF-CEF8-D570-F452-6F227D5A74F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38906" y="2550075"/>
            <a:ext cx="6224042" cy="32543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97403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FA204048-9ACF-31EC-2426-A70380D233A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1844" y="1559351"/>
            <a:ext cx="10808312" cy="37392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9713925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methods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Content Placeholder 10"/>
              <p:cNvSpPr>
                <a:spLocks noGrp="1"/>
              </p:cNvSpPr>
              <p:nvPr>
                <p:ph sz="quarter" idx="14"/>
              </p:nvPr>
            </p:nvSpPr>
            <p:spPr>
              <a:xfrm>
                <a:off x="7391400" y="2109364"/>
                <a:ext cx="4589002" cy="4114800"/>
              </a:xfrm>
            </p:spPr>
            <p:txBody>
              <a:bodyPr>
                <a:normAutofit/>
              </a:bodyPr>
              <a:lstStyle/>
              <a:p>
                <a:pPr algn="r"/>
                <a:r>
                  <a:rPr lang="en-US" sz="1800" dirty="0">
                    <a:solidFill>
                      <a:schemeClr val="tx1"/>
                    </a:solidFill>
                  </a:rPr>
                  <a:t>Step 1: Compile vital rates (e.g.,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l-GR" sz="180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l-GR" sz="180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𝜎</m:t>
                        </m:r>
                      </m:e>
                      <m:sub>
                        <m:r>
                          <a:rPr lang="el-GR" sz="180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l-GR" sz="1800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=0.81</m:t>
                    </m:r>
                  </m:oMath>
                </a14:m>
                <a:r>
                  <a:rPr lang="en-US" sz="1800" dirty="0">
                    <a:solidFill>
                      <a:schemeClr val="tx1"/>
                    </a:solidFill>
                  </a:rPr>
                  <a:t>from literature), PCB thresholds 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80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80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  <m:sub>
                        <m:r>
                          <a:rPr lang="en-US" sz="180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𝑠</m:t>
                        </m:r>
                      </m:sub>
                    </m:sSub>
                    <m:r>
                      <a:rPr lang="en-US" sz="1800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=17</m:t>
                    </m:r>
                    <m:r>
                      <a:rPr lang="en-US" sz="1800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𝑚𝑔</m:t>
                    </m:r>
                    <m:r>
                      <m:rPr>
                        <m:lit/>
                      </m:rPr>
                      <a:rPr lang="en-US" sz="1800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/</m:t>
                    </m:r>
                    <m:r>
                      <a:rPr lang="en-US" sz="1800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𝑘𝑔</m:t>
                    </m:r>
                  </m:oMath>
                </a14:m>
                <a:r>
                  <a:rPr lang="en-US" sz="1800" dirty="0">
                    <a:solidFill>
                      <a:schemeClr val="tx1"/>
                    </a:solidFill>
                  </a:rPr>
                  <a:t>), climate trends 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l-GR" sz="180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l-GR" sz="180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𝛽</m:t>
                        </m:r>
                      </m:e>
                      <m:sub>
                        <m:r>
                          <a:rPr lang="en-US" sz="1800" i="1" dirty="0" err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</m:sub>
                    </m:sSub>
                    <m:r>
                      <a:rPr lang="en-US" sz="1800" i="1" dirty="0" err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𝑙𝑖𝑚</m:t>
                    </m:r>
                    <m:r>
                      <a:rPr lang="en-US" sz="1800" i="1" dirty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=−0.008</m:t>
                    </m:r>
                  </m:oMath>
                </a14:m>
                <a:r>
                  <a:rPr lang="en-US" sz="1800" dirty="0">
                    <a:solidFill>
                      <a:schemeClr val="tx1"/>
                    </a:solidFill>
                  </a:rPr>
                  <a:t>/yr for moderate warming). </a:t>
                </a:r>
              </a:p>
              <a:p>
                <a:pPr algn="r"/>
                <a:r>
                  <a:rPr lang="en-US" sz="1800" dirty="0">
                    <a:solidFill>
                      <a:schemeClr val="tx1"/>
                    </a:solidFill>
                  </a:rPr>
                  <a:t>Step 2</a:t>
                </a:r>
                <a:r>
                  <a:rPr lang="en-US" sz="1800">
                    <a:solidFill>
                      <a:schemeClr val="tx1"/>
                    </a:solidFill>
                  </a:rPr>
                  <a:t>: Scenarios </a:t>
                </a:r>
                <a:r>
                  <a:rPr lang="en-US" sz="1800" dirty="0">
                    <a:solidFill>
                      <a:schemeClr val="tx1"/>
                    </a:solidFill>
                  </a:rPr>
                  <a:t>– Baseline, Moderate (SSP2-4.5), Severe (SSP5-8.5); with/without mobilization. </a:t>
                </a:r>
              </a:p>
              <a:p>
                <a:pPr algn="r"/>
                <a:r>
                  <a:rPr lang="en-US" sz="1800" dirty="0">
                    <a:solidFill>
                      <a:schemeClr val="tx1"/>
                    </a:solidFill>
                  </a:rPr>
                  <a:t>Step 3: 1,000 simulations x 100 years; stochastic prey ~ log-normal. </a:t>
                </a:r>
              </a:p>
              <a:p>
                <a:pPr algn="r"/>
                <a:r>
                  <a:rPr lang="en-US" sz="1800" dirty="0">
                    <a:solidFill>
                      <a:schemeClr val="tx1"/>
                    </a:solidFill>
                  </a:rPr>
                  <a:t>Step 4: Outputs – Trajectories, extinction prob 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80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80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𝑁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sz="1800" b="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females</m:t>
                        </m:r>
                      </m:sub>
                    </m:sSub>
                    <m:r>
                      <a:rPr lang="en-US" sz="1800" b="0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sz="1800" dirty="0">
                  <a:solidFill>
                    <a:schemeClr val="tx1"/>
                  </a:solidFill>
                  <a:effectLst/>
                </a:endParaRPr>
              </a:p>
            </p:txBody>
          </p:sp>
        </mc:Choice>
        <mc:Fallback xmlns="">
          <p:sp>
            <p:nvSpPr>
              <p:cNvPr id="11" name="Content Placeholder 10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quarter" idx="14"/>
              </p:nvPr>
            </p:nvSpPr>
            <p:spPr>
              <a:xfrm>
                <a:off x="7391400" y="2109364"/>
                <a:ext cx="4589002" cy="4114800"/>
              </a:xfrm>
              <a:blipFill>
                <a:blip r:embed="rId2"/>
                <a:stretch>
                  <a:fillRect l="-266" t="-741" r="-239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7" name="Picture 6">
            <a:extLst>
              <a:ext uri="{FF2B5EF4-FFF2-40B4-BE49-F238E27FC236}">
                <a16:creationId xmlns:a16="http://schemas.microsoft.com/office/drawing/2014/main" id="{22C68D77-201E-7E2D-F272-142200D2E78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1598" y="2109364"/>
            <a:ext cx="7148458" cy="27786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5927681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Results: Prey availability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0" name="Content Placeholder 9"/>
              <p:cNvSpPr>
                <a:spLocks noGrp="1"/>
              </p:cNvSpPr>
              <p:nvPr>
                <p:ph sz="quarter" idx="13"/>
              </p:nvPr>
            </p:nvSpPr>
            <p:spPr>
              <a:xfrm>
                <a:off x="192506" y="2075530"/>
                <a:ext cx="4812632" cy="3276600"/>
              </a:xfrm>
            </p:spPr>
            <p:txBody>
              <a:bodyPr/>
              <a:lstStyle/>
              <a:p>
                <a:r>
                  <a:rPr lang="en-US" dirty="0">
                    <a:solidFill>
                      <a:schemeClr val="tx1"/>
                    </a:solidFill>
                  </a:rPr>
                  <a:t>Figure 1: Prey Availability Over Time (purpose: Shows climate scenarios trigger fasting). </a:t>
                </a:r>
              </a:p>
              <a:p>
                <a:pPr lvl="1"/>
                <a:r>
                  <a:rPr lang="en-US" dirty="0">
                    <a:solidFill>
                      <a:schemeClr val="tx1"/>
                    </a:solidFill>
                  </a:rPr>
                  <a:t>Baseline: Stable around average. </a:t>
                </a:r>
              </a:p>
              <a:p>
                <a:pPr lvl="1"/>
                <a:r>
                  <a:rPr lang="en-US" dirty="0">
                    <a:solidFill>
                      <a:schemeClr val="tx1"/>
                    </a:solidFill>
                  </a:rPr>
                  <a:t>Moderate: Drops below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b>
                        <m:r>
                          <a:rPr lang="en-US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𝑚</m:t>
                        </m:r>
                        <m:r>
                          <m:rPr>
                            <m:sty m:val="p"/>
                          </m:rPr>
                          <a:rPr lang="en-US" b="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in</m:t>
                        </m:r>
                      </m:sub>
                    </m:sSub>
                  </m:oMath>
                </a14:m>
                <a:r>
                  <a:rPr lang="en-US" dirty="0">
                    <a:solidFill>
                      <a:schemeClr val="tx1"/>
                    </a:solidFill>
                  </a:rPr>
                  <a:t> after ~25 years. </a:t>
                </a:r>
              </a:p>
              <a:p>
                <a:pPr lvl="1"/>
                <a:r>
                  <a:rPr lang="en-US" dirty="0">
                    <a:solidFill>
                      <a:schemeClr val="tx1"/>
                    </a:solidFill>
                  </a:rPr>
                  <a:t>Severe: Below threshold by year 50, ongoing decline.</a:t>
                </a:r>
                <a:endParaRPr lang="en-US" dirty="0">
                  <a:solidFill>
                    <a:schemeClr val="tx1"/>
                  </a:solidFill>
                  <a:effectLst/>
                </a:endParaRPr>
              </a:p>
            </p:txBody>
          </p:sp>
        </mc:Choice>
        <mc:Fallback>
          <p:sp>
            <p:nvSpPr>
              <p:cNvPr id="10" name="Content Placeholder 9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quarter" idx="13"/>
              </p:nvPr>
            </p:nvSpPr>
            <p:spPr>
              <a:xfrm>
                <a:off x="192506" y="2075530"/>
                <a:ext cx="4812632" cy="3276600"/>
              </a:xfrm>
              <a:blipFill>
                <a:blip r:embed="rId2"/>
                <a:stretch>
                  <a:fillRect l="-1141" t="-743" r="-240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5" name="Picture 4">
            <a:extLst>
              <a:ext uri="{FF2B5EF4-FFF2-40B4-BE49-F238E27FC236}">
                <a16:creationId xmlns:a16="http://schemas.microsoft.com/office/drawing/2014/main" id="{B60472CA-0987-F387-75F8-CE1ECCFA5F2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21704" y="2019383"/>
            <a:ext cx="6777790" cy="33888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3545935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14A5F31-6260-8B14-9DD8-AA631C4DCD1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E8FAD4-2F11-EEC4-0A97-5B2C56C70E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2507" y="274638"/>
            <a:ext cx="11887198" cy="1143000"/>
          </a:xfrm>
        </p:spPr>
        <p:txBody>
          <a:bodyPr/>
          <a:lstStyle/>
          <a:p>
            <a:pPr algn="ctr"/>
            <a:r>
              <a:rPr lang="en-US" dirty="0"/>
              <a:t>Results: Reproductive Female PCB Load</a:t>
            </a:r>
          </a:p>
        </p:txBody>
      </p:sp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51B7313A-1674-66F5-F200-CDFB6E3B95CB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192506" y="1957137"/>
            <a:ext cx="4812632" cy="3433010"/>
          </a:xfrm>
        </p:spPr>
        <p:txBody>
          <a:bodyPr/>
          <a:lstStyle/>
          <a:p>
            <a:r>
              <a:rPr lang="en-US" dirty="0">
                <a:solidFill>
                  <a:schemeClr val="tx1"/>
                </a:solidFill>
              </a:rPr>
              <a:t>Figure 2: PCB in Reproductive Females (purpose: Tests mobilization effect). </a:t>
            </a:r>
          </a:p>
          <a:p>
            <a:r>
              <a:rPr lang="en-US" dirty="0">
                <a:solidFill>
                  <a:schemeClr val="tx1"/>
                </a:solidFill>
              </a:rPr>
              <a:t>Declines in baseline/moderate; rises in severe after ~60 years (to ~17 mg/kg). </a:t>
            </a:r>
          </a:p>
          <a:p>
            <a:r>
              <a:rPr lang="en-US" dirty="0">
                <a:solidFill>
                  <a:schemeClr val="tx1"/>
                </a:solidFill>
              </a:rPr>
              <a:t>Interpretation: Severe warming reverses PCB decline via blubber release.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1FF8173B-10A6-3664-2056-53F11F62290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33474" y="1957137"/>
            <a:ext cx="6866020" cy="34330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2979860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F02D9AA-EBFF-950A-C7AD-B9169F89A71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739678-EB61-898C-F6EA-3FAF3757E6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2507" y="274638"/>
            <a:ext cx="11887198" cy="1143000"/>
          </a:xfrm>
        </p:spPr>
        <p:txBody>
          <a:bodyPr/>
          <a:lstStyle/>
          <a:p>
            <a:pPr algn="ctr"/>
            <a:r>
              <a:rPr lang="en-US" dirty="0"/>
              <a:t>Results: PCB Trajectories by Stage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0" name="Content Placeholder 9">
                <a:extLst>
                  <a:ext uri="{FF2B5EF4-FFF2-40B4-BE49-F238E27FC236}">
                    <a16:creationId xmlns:a16="http://schemas.microsoft.com/office/drawing/2014/main" id="{6C48E9A1-1981-85C3-5775-D6E0C6479F70}"/>
                  </a:ext>
                </a:extLst>
              </p:cNvPr>
              <p:cNvSpPr>
                <a:spLocks noGrp="1"/>
              </p:cNvSpPr>
              <p:nvPr>
                <p:ph sz="quarter" idx="13"/>
              </p:nvPr>
            </p:nvSpPr>
            <p:spPr>
              <a:xfrm>
                <a:off x="131901" y="2091752"/>
                <a:ext cx="4812632" cy="3893695"/>
              </a:xfrm>
            </p:spPr>
            <p:txBody>
              <a:bodyPr>
                <a:normAutofit/>
              </a:bodyPr>
              <a:lstStyle/>
              <a:p>
                <a:r>
                  <a:rPr lang="en-US" dirty="0">
                    <a:solidFill>
                      <a:schemeClr val="tx1"/>
                    </a:solidFill>
                  </a:rPr>
                  <a:t>Figure 3: PCB Trajectories by Stage (purpose: Shows young whales hit hardest). </a:t>
                </a:r>
              </a:p>
              <a:p>
                <a:pPr lvl="1"/>
                <a:r>
                  <a:rPr lang="en-US" dirty="0">
                    <a:solidFill>
                      <a:schemeClr val="tx1"/>
                    </a:solidFill>
                  </a:rPr>
                  <a:t>Calves/Juveniles exceed thresholds (e.g., calves ~125 mg/kg in severe by year 100).</a:t>
                </a:r>
              </a:p>
              <a:p>
                <a:pPr lvl="1"/>
                <a:r>
                  <a:rPr lang="en-US" dirty="0">
                    <a:solidFill>
                      <a:schemeClr val="tx1"/>
                    </a:solidFill>
                  </a:rPr>
                  <a:t> Repro females stay lower due to offloading.</a:t>
                </a:r>
              </a:p>
              <a:p>
                <a:r>
                  <a:rPr lang="en-US" dirty="0">
                    <a:solidFill>
                      <a:schemeClr val="tx1"/>
                    </a:solidFill>
                  </a:rPr>
                  <a:t>Population declines in all scenarios (baseline </a:t>
                </a:r>
                <a14:m>
                  <m:oMath xmlns:m="http://schemas.openxmlformats.org/officeDocument/2006/math">
                    <m:r>
                      <a:rPr lang="en-US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𝜆</m:t>
                    </m:r>
                  </m:oMath>
                </a14:m>
                <a:r>
                  <a:rPr lang="en-US" dirty="0">
                    <a:solidFill>
                      <a:schemeClr val="tx1"/>
                    </a:solidFill>
                  </a:rPr>
                  <a:t>) but toxin feedback adds risk in severe cases.</a:t>
                </a:r>
              </a:p>
            </p:txBody>
          </p:sp>
        </mc:Choice>
        <mc:Fallback>
          <p:sp>
            <p:nvSpPr>
              <p:cNvPr id="10" name="Content Placeholder 9">
                <a:extLst>
                  <a:ext uri="{FF2B5EF4-FFF2-40B4-BE49-F238E27FC236}">
                    <a16:creationId xmlns:a16="http://schemas.microsoft.com/office/drawing/2014/main" id="{6C48E9A1-1981-85C3-5775-D6E0C6479F70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quarter" idx="13"/>
              </p:nvPr>
            </p:nvSpPr>
            <p:spPr>
              <a:xfrm>
                <a:off x="131901" y="2091752"/>
                <a:ext cx="4812632" cy="3893695"/>
              </a:xfrm>
              <a:blipFill>
                <a:blip r:embed="rId2"/>
                <a:stretch>
                  <a:fillRect l="-1141" t="-626" r="-1648" b="-187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4" name="Picture 3">
            <a:extLst>
              <a:ext uri="{FF2B5EF4-FFF2-40B4-BE49-F238E27FC236}">
                <a16:creationId xmlns:a16="http://schemas.microsoft.com/office/drawing/2014/main" id="{37301A10-1239-2B1F-DBFC-4B7D9565AB3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44533" y="2336800"/>
            <a:ext cx="6807200" cy="3403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7537827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8CF70CD-9AC5-B6D0-ED2C-4E1EC1E6477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D34682-AE2D-2B0F-31E7-5230963A1F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2507" y="274638"/>
            <a:ext cx="11887198" cy="1143000"/>
          </a:xfrm>
        </p:spPr>
        <p:txBody>
          <a:bodyPr/>
          <a:lstStyle/>
          <a:p>
            <a:pPr algn="ctr"/>
            <a:r>
              <a:rPr lang="en-US" dirty="0"/>
              <a:t>Conclusions &amp; Overview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673FB85D-4DEF-B223-08F3-E7E49806B30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4331" y="2195867"/>
            <a:ext cx="9943337" cy="2651556"/>
          </a:xfrm>
          <a:prstGeom prst="roundRect">
            <a:avLst>
              <a:gd name="adj" fmla="val 16667"/>
            </a:avLst>
          </a:prstGeom>
          <a:ln>
            <a:noFill/>
          </a:ln>
          <a:effectLst>
            <a:outerShdw blurRad="76200" dist="38100" dir="78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contrasting" dir="t">
              <a:rot lat="0" lon="0" rev="4200000"/>
            </a:lightRig>
          </a:scene3d>
          <a:sp3d prstMaterial="plastic">
            <a:bevelT w="381000" h="114300" prst="relaxedInset"/>
            <a:contourClr>
              <a:srgbClr val="969696"/>
            </a:contourClr>
          </a:sp3d>
        </p:spPr>
      </p:pic>
    </p:spTree>
    <p:extLst>
      <p:ext uri="{BB962C8B-B14F-4D97-AF65-F5344CB8AC3E}">
        <p14:creationId xmlns:p14="http://schemas.microsoft.com/office/powerpoint/2010/main" val="62966906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theme/theme1.xml><?xml version="1.0" encoding="utf-8"?>
<a:theme xmlns:a="http://schemas.openxmlformats.org/drawingml/2006/main" name="Ocean design templat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Arial">
      <a:majorFont>
        <a:latin typeface="Arial" panose="020B060402020202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6000"/>
                <a:shade val="100000"/>
                <a:alpha val="100000"/>
                <a:satMod val="140000"/>
              </a:schemeClr>
            </a:gs>
            <a:gs pos="31000">
              <a:schemeClr val="phClr">
                <a:tint val="100000"/>
                <a:shade val="90000"/>
                <a:alpha val="100000"/>
              </a:schemeClr>
            </a:gs>
            <a:gs pos="100000">
              <a:schemeClr val="phClr">
                <a:tint val="100000"/>
                <a:shade val="80000"/>
                <a:alpha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shade val="100000"/>
                <a:alpha val="100000"/>
                <a:satMod val="180000"/>
              </a:schemeClr>
            </a:gs>
            <a:gs pos="41000">
              <a:schemeClr val="phClr">
                <a:tint val="100000"/>
                <a:shade val="100000"/>
                <a:alpha val="100000"/>
                <a:satMod val="150000"/>
              </a:schemeClr>
            </a:gs>
            <a:gs pos="100000">
              <a:schemeClr val="phClr">
                <a:tint val="100000"/>
                <a:shade val="65000"/>
                <a:alpha val="100000"/>
              </a:schemeClr>
            </a:gs>
          </a:gsLst>
          <a:path path="circle">
            <a:fillToRect l="50000" t="80000" r="100000" b="100000"/>
          </a:path>
        </a:gradFill>
      </a:bgFillStyleLst>
    </a:fmtScheme>
  </a:themeElements>
  <a:objectDefaults>
    <a:spDef>
      <a:spPr/>
      <a:bodyPr rtlCol="0" anchor="ctr"/>
      <a:lstStyle>
        <a:defPPr algn="ctr">
          <a:defRPr dirty="0"/>
        </a:defPPr>
      </a:lstStyle>
      <a:style>
        <a:lnRef idx="1">
          <a:schemeClr val="accent2"/>
        </a:lnRef>
        <a:fillRef idx="2">
          <a:schemeClr val="accent2"/>
        </a:fillRef>
        <a:effectRef idx="1">
          <a:schemeClr val="accent2"/>
        </a:effectRef>
        <a:fontRef idx="minor">
          <a:schemeClr val="dk1"/>
        </a:fontRef>
      </a:style>
    </a:spDef>
    <a:lnDef>
      <a:spPr/>
      <a:bodyPr/>
      <a:lstStyle/>
      <a:style>
        <a:lnRef idx="1">
          <a:schemeClr val="accent2"/>
        </a:lnRef>
        <a:fillRef idx="0">
          <a:schemeClr val="accent2"/>
        </a:fillRef>
        <a:effectRef idx="0">
          <a:schemeClr val="accent2"/>
        </a:effectRef>
        <a:fontRef idx="minor">
          <a:schemeClr val="tx1"/>
        </a:fontRef>
      </a:style>
    </a:lnDef>
    <a:txDef>
      <a:spPr>
        <a:noFill/>
        <a:ln>
          <a:solidFill>
            <a:schemeClr val="accent1">
              <a:lumMod val="20000"/>
              <a:lumOff val="80000"/>
            </a:schemeClr>
          </a:solidFill>
        </a:ln>
      </a:spPr>
      <a:bodyPr wrap="square" rtlCol="0" anchor="ctr" anchorCtr="1">
        <a:spAutoFit/>
      </a:bodyPr>
      <a:lstStyle>
        <a:defPPr>
          <a:defRPr dirty="0"/>
        </a:defPPr>
      </a:lstStyle>
    </a:txDef>
  </a:objectDefaults>
  <a:extraClrSchemeLst/>
  <a:extLst>
    <a:ext uri="{05A4C25C-085E-4340-85A3-A5531E510DB2}">
      <thm15:themeFamily xmlns:thm15="http://schemas.microsoft.com/office/thememl/2012/main" name="Ocean design template.potx" id="{A725F50D-036D-42E9-8BE4-5E8C740686A1}" vid="{2BF94DBE-E897-41AE-BC8D-5738C7ADC274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Arial">
      <a:majorFont>
        <a:latin typeface="Arial" panose="020B060402020202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Arial">
      <a:majorFont>
        <a:latin typeface="Arial" panose="020B060402020202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Ocean design template</Template>
  <TotalTime>145</TotalTime>
  <Words>496</Words>
  <Application>Microsoft Office PowerPoint</Application>
  <PresentationFormat>Widescreen</PresentationFormat>
  <Paragraphs>45</Paragraphs>
  <Slides>9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Cambria Math</vt:lpstr>
      <vt:lpstr>Ocean design template</vt:lpstr>
      <vt:lpstr>Climate Change Amplifies PCB Toxin Risks in Southern Resident Killer Whales: A Population Model</vt:lpstr>
      <vt:lpstr>Research Question</vt:lpstr>
      <vt:lpstr>Model overview</vt:lpstr>
      <vt:lpstr>PowerPoint Presentation</vt:lpstr>
      <vt:lpstr>methods</vt:lpstr>
      <vt:lpstr>Results: Prey availability</vt:lpstr>
      <vt:lpstr>Results: Reproductive Female PCB Load</vt:lpstr>
      <vt:lpstr>Results: PCB Trajectories by Stage</vt:lpstr>
      <vt:lpstr>Conclusions &amp; Overview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elisa herter</dc:creator>
  <cp:lastModifiedBy>elisa herter</cp:lastModifiedBy>
  <cp:revision>1</cp:revision>
  <dcterms:created xsi:type="dcterms:W3CDTF">2026-03-10T16:52:38Z</dcterms:created>
  <dcterms:modified xsi:type="dcterms:W3CDTF">2026-03-10T23:52:39Z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0x010100AA3F7D94069FF64A86F7DFF56D60E3BE</vt:lpwstr>
  </property>
  <property fmtid="{D5CDD505-2E9C-101B-9397-08002B2CF9AE}" pid="3" name="Order">
    <vt:r8>74065000</vt:r8>
  </property>
  <property fmtid="{D5CDD505-2E9C-101B-9397-08002B2CF9AE}" pid="4" name="HiddenCategoryTags">
    <vt:lpwstr/>
  </property>
  <property fmtid="{D5CDD505-2E9C-101B-9397-08002B2CF9AE}" pid="5" name="InternalTags">
    <vt:lpwstr/>
  </property>
  <property fmtid="{D5CDD505-2E9C-101B-9397-08002B2CF9AE}" pid="6" name="FeatureTags">
    <vt:lpwstr/>
  </property>
  <property fmtid="{D5CDD505-2E9C-101B-9397-08002B2CF9AE}" pid="7" name="LocalizationTags">
    <vt:lpwstr/>
  </property>
  <property fmtid="{D5CDD505-2E9C-101B-9397-08002B2CF9AE}" pid="8" name="CategoryTags">
    <vt:lpwstr/>
  </property>
  <property fmtid="{D5CDD505-2E9C-101B-9397-08002B2CF9AE}" pid="9" name="Applications">
    <vt:lpwstr/>
  </property>
  <property fmtid="{D5CDD505-2E9C-101B-9397-08002B2CF9AE}" pid="10" name="CampaignTags">
    <vt:lpwstr/>
  </property>
  <property fmtid="{D5CDD505-2E9C-101B-9397-08002B2CF9AE}" pid="11" name="ScenarioTags">
    <vt:lpwstr/>
  </property>
</Properties>
</file>